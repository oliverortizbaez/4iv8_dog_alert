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Open Sans" charset="1" panose="020B0606030504020204"/>
      <p:regular r:id="rId39"/>
    </p:embeddedFont>
    <p:embeddedFont>
      <p:font typeface="The Seasons" charset="1" panose="00000000000000000000"/>
      <p:regular r:id="rId40"/>
    </p:embeddedFont>
    <p:embeddedFont>
      <p:font typeface="Arimo" charset="1" panose="020B0604020202020204"/>
      <p:regular r:id="rId41"/>
    </p:embeddedFont>
    <p:embeddedFont>
      <p:font typeface="League Spartan" charset="1" panose="00000800000000000000"/>
      <p:regular r:id="rId42"/>
    </p:embeddedFont>
    <p:embeddedFont>
      <p:font typeface="Open Sans Bold" charset="1" panose="020B0806030504020204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9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14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14.png" Type="http://schemas.openxmlformats.org/officeDocument/2006/relationships/image"/><Relationship Id="rId13" Target="../media/image6.png" Type="http://schemas.openxmlformats.org/officeDocument/2006/relationships/image"/><Relationship Id="rId14" Target="../media/image23.png" Type="http://schemas.openxmlformats.org/officeDocument/2006/relationships/image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14.png" Type="http://schemas.openxmlformats.org/officeDocument/2006/relationships/image"/><Relationship Id="rId14" Target="../media/image6.png" Type="http://schemas.openxmlformats.org/officeDocument/2006/relationships/image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6.png" Type="http://schemas.openxmlformats.org/officeDocument/2006/relationships/image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14.png" Type="http://schemas.openxmlformats.org/officeDocument/2006/relationships/image"/><Relationship Id="rId13" Target="../media/image6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24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24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24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24.png" Type="http://schemas.openxmlformats.org/officeDocument/2006/relationships/image"/><Relationship Id="rId5" Target="../media/image26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14.png" Type="http://schemas.openxmlformats.org/officeDocument/2006/relationships/image"/><Relationship Id="rId13" Target="../media/image6.png" Type="http://schemas.openxmlformats.org/officeDocument/2006/relationships/image"/><Relationship Id="rId14" Target="../media/image23.png" Type="http://schemas.openxmlformats.org/officeDocument/2006/relationships/image"/><Relationship Id="rId15" Target="../media/image27.png" Type="http://schemas.openxmlformats.org/officeDocument/2006/relationships/image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27.png" Type="http://schemas.openxmlformats.org/officeDocument/2006/relationships/image"/><Relationship Id="rId5" Target="../media/image26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14.png" Type="http://schemas.openxmlformats.org/officeDocument/2006/relationships/image"/><Relationship Id="rId13" Target="../media/image6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24.png" Type="http://schemas.openxmlformats.org/officeDocument/2006/relationships/image"/><Relationship Id="rId5" Target="../media/image26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24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24.png" Type="http://schemas.openxmlformats.org/officeDocument/2006/relationships/image"/><Relationship Id="rId5" Target="../media/image30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27.png" Type="http://schemas.openxmlformats.org/officeDocument/2006/relationships/image"/><Relationship Id="rId5" Target="../media/image26.png" Type="http://schemas.openxmlformats.org/officeDocument/2006/relationships/image"/><Relationship Id="rId6" Target="../media/image14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14.png" Type="http://schemas.openxmlformats.org/officeDocument/2006/relationships/image"/><Relationship Id="rId13" Target="../media/image6.png" Type="http://schemas.openxmlformats.org/officeDocument/2006/relationships/image"/><Relationship Id="rId14" Target="../media/image23.png" Type="http://schemas.openxmlformats.org/officeDocument/2006/relationships/image"/><Relationship Id="rId15" Target="../media/image27.png" Type="http://schemas.openxmlformats.org/officeDocument/2006/relationships/image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27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27.png" Type="http://schemas.openxmlformats.org/officeDocument/2006/relationships/image"/><Relationship Id="rId5" Target="../media/image25.png" Type="http://schemas.openxmlformats.org/officeDocument/2006/relationships/image"/><Relationship Id="rId6" Target="../media/image29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27.png" Type="http://schemas.openxmlformats.org/officeDocument/2006/relationships/image"/><Relationship Id="rId5" Target="../media/image26.png" Type="http://schemas.openxmlformats.org/officeDocument/2006/relationships/image"/><Relationship Id="rId6" Target="../media/image14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14.png" Type="http://schemas.openxmlformats.org/officeDocument/2006/relationships/image"/><Relationship Id="rId13" Target="../media/image6.png" Type="http://schemas.openxmlformats.org/officeDocument/2006/relationships/image"/><Relationship Id="rId14" Target="../media/image23.png" Type="http://schemas.openxmlformats.org/officeDocument/2006/relationships/image"/><Relationship Id="rId15" Target="../media/image27.png" Type="http://schemas.openxmlformats.org/officeDocument/2006/relationships/image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27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27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14.png" Type="http://schemas.openxmlformats.org/officeDocument/2006/relationships/image"/><Relationship Id="rId13" Target="../media/image6.png" Type="http://schemas.openxmlformats.org/officeDocument/2006/relationships/image"/><Relationship Id="rId14" Target="../media/image23.png" Type="http://schemas.openxmlformats.org/officeDocument/2006/relationships/image"/><Relationship Id="rId15" Target="../media/image27.png" Type="http://schemas.openxmlformats.org/officeDocument/2006/relationships/image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11" Target="../media/image6.png" Type="http://schemas.openxmlformats.org/officeDocument/2006/relationships/image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27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1241" y="9441651"/>
            <a:ext cx="18449241" cy="845349"/>
          </a:xfrm>
          <a:custGeom>
            <a:avLst/>
            <a:gdLst/>
            <a:ahLst/>
            <a:cxnLst/>
            <a:rect r="r" b="b" t="t" l="l"/>
            <a:pathLst>
              <a:path h="845349" w="18449241">
                <a:moveTo>
                  <a:pt x="0" y="0"/>
                </a:moveTo>
                <a:lnTo>
                  <a:pt x="18449241" y="0"/>
                </a:lnTo>
                <a:lnTo>
                  <a:pt x="18449241" y="845349"/>
                </a:lnTo>
                <a:lnTo>
                  <a:pt x="0" y="8453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844" t="-21689" r="-44228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25" t="0" r="-232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086216" y="811932"/>
            <a:ext cx="403569" cy="433537"/>
          </a:xfrm>
          <a:custGeom>
            <a:avLst/>
            <a:gdLst/>
            <a:ahLst/>
            <a:cxnLst/>
            <a:rect r="r" b="b" t="t" l="l"/>
            <a:pathLst>
              <a:path h="433537" w="403569">
                <a:moveTo>
                  <a:pt x="0" y="0"/>
                </a:moveTo>
                <a:lnTo>
                  <a:pt x="403568" y="0"/>
                </a:lnTo>
                <a:lnTo>
                  <a:pt x="403568" y="433536"/>
                </a:lnTo>
                <a:lnTo>
                  <a:pt x="0" y="433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186" t="-24853" r="-55310" b="-49257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3160" y="0"/>
            <a:ext cx="18481160" cy="10287000"/>
          </a:xfrm>
          <a:custGeom>
            <a:avLst/>
            <a:gdLst/>
            <a:ahLst/>
            <a:cxnLst/>
            <a:rect r="r" b="b" t="t" l="l"/>
            <a:pathLst>
              <a:path h="10287000" w="18481160">
                <a:moveTo>
                  <a:pt x="0" y="0"/>
                </a:moveTo>
                <a:lnTo>
                  <a:pt x="18481160" y="0"/>
                </a:lnTo>
                <a:lnTo>
                  <a:pt x="184811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5" t="0" r="-218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884431" y="928536"/>
            <a:ext cx="403569" cy="433537"/>
          </a:xfrm>
          <a:custGeom>
            <a:avLst/>
            <a:gdLst/>
            <a:ahLst/>
            <a:cxnLst/>
            <a:rect r="r" b="b" t="t" l="l"/>
            <a:pathLst>
              <a:path h="433537" w="403569">
                <a:moveTo>
                  <a:pt x="0" y="0"/>
                </a:moveTo>
                <a:lnTo>
                  <a:pt x="403569" y="0"/>
                </a:lnTo>
                <a:lnTo>
                  <a:pt x="403569" y="433537"/>
                </a:lnTo>
                <a:lnTo>
                  <a:pt x="0" y="433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186" t="-24853" r="-55310" b="-49257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450295" y="1841962"/>
            <a:ext cx="468583" cy="46858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5000" r="0" b="-2500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45499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361898" y="1028700"/>
            <a:ext cx="11638238" cy="8728679"/>
            <a:chOff x="0" y="0"/>
            <a:chExt cx="8128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60960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12800" y="609600"/>
                  </a:lnTo>
                  <a:lnTo>
                    <a:pt x="609600" y="0"/>
                  </a:lnTo>
                  <a:close/>
                </a:path>
              </a:pathLst>
            </a:custGeom>
            <a:blipFill>
              <a:blip r:embed="rId3"/>
              <a:stretch>
                <a:fillRect l="-6285" t="0" r="-628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190829" y="7242321"/>
            <a:ext cx="3086100" cy="802846"/>
            <a:chOff x="0" y="0"/>
            <a:chExt cx="812800" cy="2114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211449"/>
            </a:xfrm>
            <a:custGeom>
              <a:avLst/>
              <a:gdLst/>
              <a:ahLst/>
              <a:cxnLst/>
              <a:rect r="r" b="b" t="t" l="l"/>
              <a:pathLst>
                <a:path h="211449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68802"/>
                  </a:lnTo>
                  <a:cubicBezTo>
                    <a:pt x="812800" y="192355"/>
                    <a:pt x="793706" y="211449"/>
                    <a:pt x="770153" y="211449"/>
                  </a:cubicBezTo>
                  <a:lnTo>
                    <a:pt x="42647" y="211449"/>
                  </a:lnTo>
                  <a:cubicBezTo>
                    <a:pt x="31336" y="211449"/>
                    <a:pt x="20489" y="206956"/>
                    <a:pt x="12491" y="198958"/>
                  </a:cubicBezTo>
                  <a:cubicBezTo>
                    <a:pt x="4493" y="190960"/>
                    <a:pt x="0" y="180113"/>
                    <a:pt x="0" y="168802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12800" cy="268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COMENZAR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2488" r="0" b="-52488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16329" t="-35233" r="-8141" b="-5147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2142863"/>
            <a:ext cx="5410358" cy="5099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60"/>
              </a:lnSpc>
            </a:pPr>
            <a:r>
              <a:rPr lang="en-US" sz="14614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DOG </a:t>
            </a:r>
          </a:p>
          <a:p>
            <a:pPr algn="ctr">
              <a:lnSpc>
                <a:spcPts val="20460"/>
              </a:lnSpc>
              <a:spcBef>
                <a:spcPct val="0"/>
              </a:spcBef>
            </a:pPr>
            <a:r>
              <a:rPr lang="en-US" sz="14614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ALERT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45499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5250" y="1500965"/>
            <a:ext cx="9327875" cy="7901259"/>
            <a:chOff x="0" y="0"/>
            <a:chExt cx="2374900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796" y="-1270"/>
              <a:ext cx="2374505" cy="2007870"/>
            </a:xfrm>
            <a:custGeom>
              <a:avLst/>
              <a:gdLst/>
              <a:ahLst/>
              <a:cxnLst/>
              <a:rect r="r" b="b" t="t" l="l"/>
              <a:pathLst>
                <a:path h="2007870" w="2374505">
                  <a:moveTo>
                    <a:pt x="2374426" y="1776730"/>
                  </a:moveTo>
                  <a:cubicBezTo>
                    <a:pt x="2373156" y="1275080"/>
                    <a:pt x="2357916" y="596900"/>
                    <a:pt x="2357916" y="96520"/>
                  </a:cubicBezTo>
                  <a:cubicBezTo>
                    <a:pt x="2357916" y="88900"/>
                    <a:pt x="2359186" y="81280"/>
                    <a:pt x="2359186" y="74930"/>
                  </a:cubicBezTo>
                  <a:cubicBezTo>
                    <a:pt x="2357916" y="73660"/>
                    <a:pt x="2356646" y="73660"/>
                    <a:pt x="2355376" y="72390"/>
                  </a:cubicBezTo>
                  <a:cubicBezTo>
                    <a:pt x="2355376" y="72390"/>
                    <a:pt x="2354106" y="73660"/>
                    <a:pt x="2354106" y="74930"/>
                  </a:cubicBezTo>
                  <a:cubicBezTo>
                    <a:pt x="2351566" y="81280"/>
                    <a:pt x="2346486" y="81280"/>
                    <a:pt x="2341406" y="81280"/>
                  </a:cubicBezTo>
                  <a:cubicBezTo>
                    <a:pt x="2335056" y="80010"/>
                    <a:pt x="2328706" y="73660"/>
                    <a:pt x="2321086" y="76200"/>
                  </a:cubicBezTo>
                  <a:cubicBezTo>
                    <a:pt x="2318546" y="77470"/>
                    <a:pt x="2313466" y="74930"/>
                    <a:pt x="2312196" y="72390"/>
                  </a:cubicBezTo>
                  <a:cubicBezTo>
                    <a:pt x="2308386" y="67310"/>
                    <a:pt x="2303306" y="67310"/>
                    <a:pt x="2298226" y="69850"/>
                  </a:cubicBezTo>
                  <a:cubicBezTo>
                    <a:pt x="2295686" y="71120"/>
                    <a:pt x="2293146" y="69850"/>
                    <a:pt x="2290606" y="69850"/>
                  </a:cubicBezTo>
                  <a:cubicBezTo>
                    <a:pt x="2286796" y="69850"/>
                    <a:pt x="2281716" y="68580"/>
                    <a:pt x="2277906" y="67310"/>
                  </a:cubicBezTo>
                  <a:cubicBezTo>
                    <a:pt x="2276636" y="67310"/>
                    <a:pt x="2274096" y="66040"/>
                    <a:pt x="2272826" y="66040"/>
                  </a:cubicBezTo>
                  <a:cubicBezTo>
                    <a:pt x="2269016" y="64770"/>
                    <a:pt x="2265206" y="60960"/>
                    <a:pt x="2261396" y="66040"/>
                  </a:cubicBezTo>
                  <a:cubicBezTo>
                    <a:pt x="2261396" y="66040"/>
                    <a:pt x="2258856" y="66040"/>
                    <a:pt x="2257586" y="64770"/>
                  </a:cubicBezTo>
                  <a:cubicBezTo>
                    <a:pt x="2256316" y="62230"/>
                    <a:pt x="2255046" y="58420"/>
                    <a:pt x="2253776" y="55880"/>
                  </a:cubicBezTo>
                  <a:cubicBezTo>
                    <a:pt x="2251236" y="52070"/>
                    <a:pt x="2251236" y="45720"/>
                    <a:pt x="2247426" y="43180"/>
                  </a:cubicBezTo>
                  <a:cubicBezTo>
                    <a:pt x="2244886" y="41910"/>
                    <a:pt x="2243616" y="40640"/>
                    <a:pt x="2242346" y="38100"/>
                  </a:cubicBezTo>
                  <a:cubicBezTo>
                    <a:pt x="2242346" y="36830"/>
                    <a:pt x="2239806" y="35560"/>
                    <a:pt x="2239806" y="34290"/>
                  </a:cubicBezTo>
                  <a:lnTo>
                    <a:pt x="2235996" y="30480"/>
                  </a:lnTo>
                  <a:cubicBezTo>
                    <a:pt x="2234726" y="27940"/>
                    <a:pt x="2233456" y="24130"/>
                    <a:pt x="2230916" y="22860"/>
                  </a:cubicBezTo>
                  <a:cubicBezTo>
                    <a:pt x="2225836" y="19050"/>
                    <a:pt x="2224566" y="13970"/>
                    <a:pt x="2227106" y="7620"/>
                  </a:cubicBezTo>
                  <a:cubicBezTo>
                    <a:pt x="2223296" y="6350"/>
                    <a:pt x="2220756" y="3810"/>
                    <a:pt x="2216946" y="3810"/>
                  </a:cubicBezTo>
                  <a:cubicBezTo>
                    <a:pt x="2201706" y="5080"/>
                    <a:pt x="2185196" y="7620"/>
                    <a:pt x="2169956" y="8890"/>
                  </a:cubicBezTo>
                  <a:cubicBezTo>
                    <a:pt x="2167416" y="8890"/>
                    <a:pt x="2163606" y="10160"/>
                    <a:pt x="2162336" y="11430"/>
                  </a:cubicBezTo>
                  <a:cubicBezTo>
                    <a:pt x="2152176" y="17780"/>
                    <a:pt x="2142016" y="12700"/>
                    <a:pt x="2131856" y="11430"/>
                  </a:cubicBezTo>
                  <a:cubicBezTo>
                    <a:pt x="2124236" y="11430"/>
                    <a:pt x="2116616" y="7620"/>
                    <a:pt x="2108996" y="6350"/>
                  </a:cubicBezTo>
                  <a:cubicBezTo>
                    <a:pt x="2100106" y="5080"/>
                    <a:pt x="2092486" y="6350"/>
                    <a:pt x="2083596" y="5080"/>
                  </a:cubicBezTo>
                  <a:cubicBezTo>
                    <a:pt x="2082326" y="5080"/>
                    <a:pt x="2081056" y="3810"/>
                    <a:pt x="2079786" y="2540"/>
                  </a:cubicBezTo>
                  <a:cubicBezTo>
                    <a:pt x="2077246" y="-1270"/>
                    <a:pt x="2072166" y="0"/>
                    <a:pt x="2069626" y="1270"/>
                  </a:cubicBezTo>
                  <a:cubicBezTo>
                    <a:pt x="2065816" y="3810"/>
                    <a:pt x="2064546" y="7620"/>
                    <a:pt x="2062006" y="11430"/>
                  </a:cubicBezTo>
                  <a:cubicBezTo>
                    <a:pt x="2055656" y="12700"/>
                    <a:pt x="2046766" y="13970"/>
                    <a:pt x="2040416" y="17780"/>
                  </a:cubicBezTo>
                  <a:cubicBezTo>
                    <a:pt x="2035336" y="20320"/>
                    <a:pt x="2032796" y="21590"/>
                    <a:pt x="2028986" y="19050"/>
                  </a:cubicBezTo>
                  <a:lnTo>
                    <a:pt x="2027716" y="20320"/>
                  </a:lnTo>
                  <a:cubicBezTo>
                    <a:pt x="2030256" y="22860"/>
                    <a:pt x="2031526" y="26670"/>
                    <a:pt x="2034066" y="29210"/>
                  </a:cubicBezTo>
                  <a:cubicBezTo>
                    <a:pt x="2030256" y="30480"/>
                    <a:pt x="2025176" y="33020"/>
                    <a:pt x="2022636" y="31750"/>
                  </a:cubicBezTo>
                  <a:cubicBezTo>
                    <a:pt x="2016286" y="30480"/>
                    <a:pt x="2013746" y="33020"/>
                    <a:pt x="2008666" y="35560"/>
                  </a:cubicBezTo>
                  <a:cubicBezTo>
                    <a:pt x="2003586" y="39370"/>
                    <a:pt x="1997236" y="41910"/>
                    <a:pt x="1992156" y="44450"/>
                  </a:cubicBezTo>
                  <a:cubicBezTo>
                    <a:pt x="1990886" y="44450"/>
                    <a:pt x="1989616" y="44450"/>
                    <a:pt x="1988346" y="43180"/>
                  </a:cubicBezTo>
                  <a:cubicBezTo>
                    <a:pt x="1987076" y="43180"/>
                    <a:pt x="1985806" y="41910"/>
                    <a:pt x="1985806" y="41910"/>
                  </a:cubicBezTo>
                  <a:cubicBezTo>
                    <a:pt x="1979456" y="44450"/>
                    <a:pt x="1973106" y="46990"/>
                    <a:pt x="1966756" y="44450"/>
                  </a:cubicBezTo>
                  <a:cubicBezTo>
                    <a:pt x="1965486" y="44450"/>
                    <a:pt x="1965486" y="45720"/>
                    <a:pt x="1964216" y="45720"/>
                  </a:cubicBezTo>
                  <a:cubicBezTo>
                    <a:pt x="1956596" y="48260"/>
                    <a:pt x="1951516" y="57150"/>
                    <a:pt x="1941356" y="57150"/>
                  </a:cubicBezTo>
                  <a:cubicBezTo>
                    <a:pt x="1933736" y="57150"/>
                    <a:pt x="1926116" y="63500"/>
                    <a:pt x="1918496" y="63500"/>
                  </a:cubicBezTo>
                  <a:cubicBezTo>
                    <a:pt x="1909606" y="64770"/>
                    <a:pt x="1901986" y="67310"/>
                    <a:pt x="1894366" y="71120"/>
                  </a:cubicBezTo>
                  <a:cubicBezTo>
                    <a:pt x="1891826" y="72390"/>
                    <a:pt x="1889286" y="72390"/>
                    <a:pt x="1888016" y="72390"/>
                  </a:cubicBezTo>
                  <a:cubicBezTo>
                    <a:pt x="1881666" y="69850"/>
                    <a:pt x="1877856" y="73660"/>
                    <a:pt x="1875316" y="77470"/>
                  </a:cubicBezTo>
                  <a:cubicBezTo>
                    <a:pt x="1868966" y="86360"/>
                    <a:pt x="1858806" y="88900"/>
                    <a:pt x="1849916" y="91440"/>
                  </a:cubicBezTo>
                  <a:cubicBezTo>
                    <a:pt x="1838486" y="93980"/>
                    <a:pt x="1827056" y="95250"/>
                    <a:pt x="1815626" y="96520"/>
                  </a:cubicBezTo>
                  <a:cubicBezTo>
                    <a:pt x="1814356" y="96520"/>
                    <a:pt x="1813086" y="100330"/>
                    <a:pt x="1810546" y="101600"/>
                  </a:cubicBezTo>
                  <a:cubicBezTo>
                    <a:pt x="1809276" y="101600"/>
                    <a:pt x="1808006" y="100330"/>
                    <a:pt x="1808006" y="100330"/>
                  </a:cubicBezTo>
                  <a:cubicBezTo>
                    <a:pt x="1801656" y="107950"/>
                    <a:pt x="1797846" y="119380"/>
                    <a:pt x="1785146" y="118110"/>
                  </a:cubicBezTo>
                  <a:lnTo>
                    <a:pt x="1783876" y="118110"/>
                  </a:lnTo>
                  <a:cubicBezTo>
                    <a:pt x="1773716" y="124460"/>
                    <a:pt x="1763556" y="121920"/>
                    <a:pt x="1754666" y="119380"/>
                  </a:cubicBezTo>
                  <a:cubicBezTo>
                    <a:pt x="1752126" y="119380"/>
                    <a:pt x="1748316" y="116840"/>
                    <a:pt x="1747046" y="114300"/>
                  </a:cubicBezTo>
                  <a:cubicBezTo>
                    <a:pt x="1743236" y="106680"/>
                    <a:pt x="1733076" y="104140"/>
                    <a:pt x="1725456" y="106680"/>
                  </a:cubicBezTo>
                  <a:cubicBezTo>
                    <a:pt x="1719106" y="109220"/>
                    <a:pt x="1712756" y="110490"/>
                    <a:pt x="1706406" y="113030"/>
                  </a:cubicBezTo>
                  <a:cubicBezTo>
                    <a:pt x="1696246" y="115570"/>
                    <a:pt x="1687356" y="116840"/>
                    <a:pt x="1677196" y="111760"/>
                  </a:cubicBezTo>
                  <a:cubicBezTo>
                    <a:pt x="1667036" y="106680"/>
                    <a:pt x="1659416" y="110490"/>
                    <a:pt x="1654336" y="121920"/>
                  </a:cubicBezTo>
                  <a:cubicBezTo>
                    <a:pt x="1650526" y="129540"/>
                    <a:pt x="1640366" y="130810"/>
                    <a:pt x="1634016" y="124460"/>
                  </a:cubicBezTo>
                  <a:cubicBezTo>
                    <a:pt x="1630206" y="120650"/>
                    <a:pt x="1627666" y="121920"/>
                    <a:pt x="1623856" y="124460"/>
                  </a:cubicBezTo>
                  <a:lnTo>
                    <a:pt x="1616236" y="132080"/>
                  </a:lnTo>
                  <a:cubicBezTo>
                    <a:pt x="1614966" y="133350"/>
                    <a:pt x="1612426" y="133350"/>
                    <a:pt x="1611156" y="133350"/>
                  </a:cubicBezTo>
                  <a:lnTo>
                    <a:pt x="1603536" y="133350"/>
                  </a:lnTo>
                  <a:cubicBezTo>
                    <a:pt x="1598456" y="133350"/>
                    <a:pt x="1593376" y="132080"/>
                    <a:pt x="1588296" y="130810"/>
                  </a:cubicBezTo>
                  <a:cubicBezTo>
                    <a:pt x="1581946" y="129540"/>
                    <a:pt x="1576866" y="125730"/>
                    <a:pt x="1570516" y="124460"/>
                  </a:cubicBezTo>
                  <a:cubicBezTo>
                    <a:pt x="1560356" y="123190"/>
                    <a:pt x="1557816" y="114300"/>
                    <a:pt x="1554006" y="107950"/>
                  </a:cubicBezTo>
                  <a:cubicBezTo>
                    <a:pt x="1551466" y="104140"/>
                    <a:pt x="1546386" y="99060"/>
                    <a:pt x="1541306" y="100330"/>
                  </a:cubicBezTo>
                  <a:cubicBezTo>
                    <a:pt x="1536226" y="102870"/>
                    <a:pt x="1531146" y="100330"/>
                    <a:pt x="1527336" y="99060"/>
                  </a:cubicBezTo>
                  <a:cubicBezTo>
                    <a:pt x="1526066" y="99060"/>
                    <a:pt x="1523526" y="97790"/>
                    <a:pt x="1522256" y="97790"/>
                  </a:cubicBezTo>
                  <a:cubicBezTo>
                    <a:pt x="1513366" y="95250"/>
                    <a:pt x="1507016" y="100330"/>
                    <a:pt x="1500666" y="106680"/>
                  </a:cubicBezTo>
                  <a:lnTo>
                    <a:pt x="1495586" y="111760"/>
                  </a:lnTo>
                  <a:cubicBezTo>
                    <a:pt x="1494316" y="113030"/>
                    <a:pt x="1494316" y="115570"/>
                    <a:pt x="1493046" y="116840"/>
                  </a:cubicBezTo>
                  <a:cubicBezTo>
                    <a:pt x="1485426" y="123190"/>
                    <a:pt x="1477806" y="120650"/>
                    <a:pt x="1468916" y="116840"/>
                  </a:cubicBezTo>
                  <a:cubicBezTo>
                    <a:pt x="1461296" y="113030"/>
                    <a:pt x="1452406" y="116840"/>
                    <a:pt x="1449866" y="124460"/>
                  </a:cubicBezTo>
                  <a:cubicBezTo>
                    <a:pt x="1448596" y="129540"/>
                    <a:pt x="1447326" y="133350"/>
                    <a:pt x="1440976" y="135890"/>
                  </a:cubicBezTo>
                  <a:cubicBezTo>
                    <a:pt x="1434626" y="139700"/>
                    <a:pt x="1427006" y="142240"/>
                    <a:pt x="1425736" y="151130"/>
                  </a:cubicBezTo>
                  <a:cubicBezTo>
                    <a:pt x="1425736" y="152400"/>
                    <a:pt x="1424466" y="153670"/>
                    <a:pt x="1423196" y="153670"/>
                  </a:cubicBezTo>
                  <a:cubicBezTo>
                    <a:pt x="1419386" y="154940"/>
                    <a:pt x="1416846" y="156210"/>
                    <a:pt x="1413036" y="157480"/>
                  </a:cubicBezTo>
                  <a:lnTo>
                    <a:pt x="1401606" y="157480"/>
                  </a:lnTo>
                  <a:cubicBezTo>
                    <a:pt x="1393986" y="156210"/>
                    <a:pt x="1386366" y="153670"/>
                    <a:pt x="1378746" y="152400"/>
                  </a:cubicBezTo>
                  <a:cubicBezTo>
                    <a:pt x="1369856" y="151130"/>
                    <a:pt x="1362236" y="156210"/>
                    <a:pt x="1353346" y="157480"/>
                  </a:cubicBezTo>
                  <a:lnTo>
                    <a:pt x="1352076" y="158750"/>
                  </a:lnTo>
                  <a:cubicBezTo>
                    <a:pt x="1349536" y="162560"/>
                    <a:pt x="1345726" y="161290"/>
                    <a:pt x="1343186" y="158750"/>
                  </a:cubicBezTo>
                  <a:cubicBezTo>
                    <a:pt x="1338106" y="153670"/>
                    <a:pt x="1329216" y="152400"/>
                    <a:pt x="1322866" y="154940"/>
                  </a:cubicBezTo>
                  <a:cubicBezTo>
                    <a:pt x="1315246" y="158750"/>
                    <a:pt x="1307626" y="161290"/>
                    <a:pt x="1300006" y="163830"/>
                  </a:cubicBezTo>
                  <a:cubicBezTo>
                    <a:pt x="1297466" y="163830"/>
                    <a:pt x="1294926" y="162560"/>
                    <a:pt x="1293656" y="162560"/>
                  </a:cubicBezTo>
                  <a:cubicBezTo>
                    <a:pt x="1291116" y="162560"/>
                    <a:pt x="1287306" y="161290"/>
                    <a:pt x="1286036" y="162560"/>
                  </a:cubicBezTo>
                  <a:cubicBezTo>
                    <a:pt x="1275876" y="170180"/>
                    <a:pt x="1265716" y="167640"/>
                    <a:pt x="1256826" y="162560"/>
                  </a:cubicBezTo>
                  <a:cubicBezTo>
                    <a:pt x="1251746" y="160020"/>
                    <a:pt x="1244126" y="157480"/>
                    <a:pt x="1241586" y="149860"/>
                  </a:cubicBezTo>
                  <a:cubicBezTo>
                    <a:pt x="1240316" y="144780"/>
                    <a:pt x="1235236" y="139700"/>
                    <a:pt x="1231426" y="135890"/>
                  </a:cubicBezTo>
                  <a:cubicBezTo>
                    <a:pt x="1225076" y="129540"/>
                    <a:pt x="1218726" y="120650"/>
                    <a:pt x="1207296" y="120650"/>
                  </a:cubicBezTo>
                  <a:cubicBezTo>
                    <a:pt x="1204756" y="120650"/>
                    <a:pt x="1202216" y="115570"/>
                    <a:pt x="1200946" y="116840"/>
                  </a:cubicBezTo>
                  <a:cubicBezTo>
                    <a:pt x="1195866" y="118110"/>
                    <a:pt x="1195866" y="115570"/>
                    <a:pt x="1193326" y="113030"/>
                  </a:cubicBezTo>
                  <a:cubicBezTo>
                    <a:pt x="1190786" y="110490"/>
                    <a:pt x="1186976" y="107950"/>
                    <a:pt x="1184436" y="104140"/>
                  </a:cubicBezTo>
                  <a:cubicBezTo>
                    <a:pt x="1180626" y="99060"/>
                    <a:pt x="1176816" y="92710"/>
                    <a:pt x="1173006" y="87630"/>
                  </a:cubicBezTo>
                  <a:cubicBezTo>
                    <a:pt x="1169196" y="82550"/>
                    <a:pt x="1166656" y="76200"/>
                    <a:pt x="1162846" y="71120"/>
                  </a:cubicBezTo>
                  <a:cubicBezTo>
                    <a:pt x="1161576" y="69850"/>
                    <a:pt x="1157766" y="68580"/>
                    <a:pt x="1156496" y="69850"/>
                  </a:cubicBezTo>
                  <a:lnTo>
                    <a:pt x="1141256" y="77470"/>
                  </a:lnTo>
                  <a:cubicBezTo>
                    <a:pt x="1138716" y="78740"/>
                    <a:pt x="1137446" y="81280"/>
                    <a:pt x="1136176" y="83820"/>
                  </a:cubicBezTo>
                  <a:lnTo>
                    <a:pt x="1134906" y="82550"/>
                  </a:lnTo>
                  <a:cubicBezTo>
                    <a:pt x="1136176" y="78740"/>
                    <a:pt x="1137446" y="74930"/>
                    <a:pt x="1138716" y="73660"/>
                  </a:cubicBezTo>
                  <a:lnTo>
                    <a:pt x="1123476" y="69850"/>
                  </a:lnTo>
                  <a:cubicBezTo>
                    <a:pt x="1119666" y="68580"/>
                    <a:pt x="1113316" y="68580"/>
                    <a:pt x="1110776" y="68580"/>
                  </a:cubicBezTo>
                  <a:lnTo>
                    <a:pt x="1090456" y="68580"/>
                  </a:lnTo>
                  <a:cubicBezTo>
                    <a:pt x="1082836" y="68580"/>
                    <a:pt x="1076486" y="67310"/>
                    <a:pt x="1068866" y="68580"/>
                  </a:cubicBezTo>
                  <a:cubicBezTo>
                    <a:pt x="1063786" y="69850"/>
                    <a:pt x="1059976" y="67310"/>
                    <a:pt x="1056166" y="64770"/>
                  </a:cubicBezTo>
                  <a:cubicBezTo>
                    <a:pt x="1046006" y="57150"/>
                    <a:pt x="1035846" y="48260"/>
                    <a:pt x="1021876" y="52070"/>
                  </a:cubicBezTo>
                  <a:cubicBezTo>
                    <a:pt x="1020606" y="52070"/>
                    <a:pt x="1018066" y="50800"/>
                    <a:pt x="1016796" y="49530"/>
                  </a:cubicBezTo>
                  <a:cubicBezTo>
                    <a:pt x="1012986" y="48260"/>
                    <a:pt x="1010446" y="45720"/>
                    <a:pt x="1005366" y="43180"/>
                  </a:cubicBezTo>
                  <a:cubicBezTo>
                    <a:pt x="1005366" y="46990"/>
                    <a:pt x="1005366" y="48260"/>
                    <a:pt x="1006636" y="50800"/>
                  </a:cubicBezTo>
                  <a:cubicBezTo>
                    <a:pt x="1004096" y="53340"/>
                    <a:pt x="1002826" y="52070"/>
                    <a:pt x="1001556" y="50800"/>
                  </a:cubicBezTo>
                  <a:cubicBezTo>
                    <a:pt x="1000286" y="52070"/>
                    <a:pt x="999016" y="54610"/>
                    <a:pt x="997746" y="54610"/>
                  </a:cubicBezTo>
                  <a:cubicBezTo>
                    <a:pt x="991396" y="57150"/>
                    <a:pt x="985046" y="58420"/>
                    <a:pt x="978696" y="60960"/>
                  </a:cubicBezTo>
                  <a:cubicBezTo>
                    <a:pt x="976156" y="62230"/>
                    <a:pt x="973616" y="63500"/>
                    <a:pt x="972346" y="64770"/>
                  </a:cubicBezTo>
                  <a:cubicBezTo>
                    <a:pt x="967266" y="68580"/>
                    <a:pt x="963456" y="74930"/>
                    <a:pt x="954566" y="73660"/>
                  </a:cubicBezTo>
                  <a:cubicBezTo>
                    <a:pt x="953296" y="73660"/>
                    <a:pt x="950756" y="76200"/>
                    <a:pt x="948216" y="76200"/>
                  </a:cubicBezTo>
                  <a:cubicBezTo>
                    <a:pt x="945676" y="77470"/>
                    <a:pt x="941866" y="77470"/>
                    <a:pt x="939326" y="78740"/>
                  </a:cubicBezTo>
                  <a:lnTo>
                    <a:pt x="936786" y="78740"/>
                  </a:lnTo>
                  <a:cubicBezTo>
                    <a:pt x="929166" y="81280"/>
                    <a:pt x="922816" y="83820"/>
                    <a:pt x="915196" y="85090"/>
                  </a:cubicBezTo>
                  <a:lnTo>
                    <a:pt x="910116" y="85090"/>
                  </a:lnTo>
                  <a:cubicBezTo>
                    <a:pt x="903766" y="85090"/>
                    <a:pt x="898686" y="83820"/>
                    <a:pt x="892336" y="83820"/>
                  </a:cubicBezTo>
                  <a:cubicBezTo>
                    <a:pt x="885986" y="83820"/>
                    <a:pt x="879636" y="86360"/>
                    <a:pt x="873286" y="86360"/>
                  </a:cubicBezTo>
                  <a:cubicBezTo>
                    <a:pt x="865666" y="86360"/>
                    <a:pt x="856776" y="86360"/>
                    <a:pt x="850426" y="81280"/>
                  </a:cubicBezTo>
                  <a:cubicBezTo>
                    <a:pt x="849156" y="80010"/>
                    <a:pt x="845346" y="80010"/>
                    <a:pt x="842806" y="81280"/>
                  </a:cubicBezTo>
                  <a:cubicBezTo>
                    <a:pt x="833916" y="82550"/>
                    <a:pt x="825026" y="83820"/>
                    <a:pt x="817406" y="86360"/>
                  </a:cubicBezTo>
                  <a:cubicBezTo>
                    <a:pt x="809786" y="88900"/>
                    <a:pt x="805976" y="86360"/>
                    <a:pt x="803436" y="80010"/>
                  </a:cubicBezTo>
                  <a:cubicBezTo>
                    <a:pt x="802166" y="77470"/>
                    <a:pt x="799626" y="74930"/>
                    <a:pt x="797086" y="72390"/>
                  </a:cubicBezTo>
                  <a:cubicBezTo>
                    <a:pt x="793276" y="69850"/>
                    <a:pt x="789466" y="66040"/>
                    <a:pt x="785656" y="66040"/>
                  </a:cubicBezTo>
                  <a:cubicBezTo>
                    <a:pt x="776766" y="66040"/>
                    <a:pt x="771686" y="60960"/>
                    <a:pt x="765336" y="57150"/>
                  </a:cubicBezTo>
                  <a:cubicBezTo>
                    <a:pt x="755176" y="50800"/>
                    <a:pt x="746286" y="43180"/>
                    <a:pt x="733586" y="44450"/>
                  </a:cubicBezTo>
                  <a:lnTo>
                    <a:pt x="733586" y="38100"/>
                  </a:lnTo>
                  <a:cubicBezTo>
                    <a:pt x="736126" y="38100"/>
                    <a:pt x="738666" y="38100"/>
                    <a:pt x="741206" y="36830"/>
                  </a:cubicBezTo>
                  <a:cubicBezTo>
                    <a:pt x="737396" y="34290"/>
                    <a:pt x="737396" y="30480"/>
                    <a:pt x="734856" y="27940"/>
                  </a:cubicBezTo>
                  <a:cubicBezTo>
                    <a:pt x="729776" y="24130"/>
                    <a:pt x="724696" y="22860"/>
                    <a:pt x="719616" y="20320"/>
                  </a:cubicBezTo>
                  <a:cubicBezTo>
                    <a:pt x="715806" y="19050"/>
                    <a:pt x="710726" y="19050"/>
                    <a:pt x="713266" y="25400"/>
                  </a:cubicBezTo>
                  <a:cubicBezTo>
                    <a:pt x="706916" y="26670"/>
                    <a:pt x="701836" y="26670"/>
                    <a:pt x="699296" y="29210"/>
                  </a:cubicBezTo>
                  <a:cubicBezTo>
                    <a:pt x="694216" y="33020"/>
                    <a:pt x="689136" y="30480"/>
                    <a:pt x="685326" y="27940"/>
                  </a:cubicBezTo>
                  <a:cubicBezTo>
                    <a:pt x="682786" y="26670"/>
                    <a:pt x="680246" y="25400"/>
                    <a:pt x="677706" y="26670"/>
                  </a:cubicBezTo>
                  <a:cubicBezTo>
                    <a:pt x="662466" y="34290"/>
                    <a:pt x="647226" y="30480"/>
                    <a:pt x="631986" y="30480"/>
                  </a:cubicBezTo>
                  <a:cubicBezTo>
                    <a:pt x="629446" y="30480"/>
                    <a:pt x="626906" y="29210"/>
                    <a:pt x="623096" y="29210"/>
                  </a:cubicBezTo>
                  <a:cubicBezTo>
                    <a:pt x="618016" y="27940"/>
                    <a:pt x="614206" y="25400"/>
                    <a:pt x="609126" y="24130"/>
                  </a:cubicBezTo>
                  <a:cubicBezTo>
                    <a:pt x="604046" y="22860"/>
                    <a:pt x="597696" y="21590"/>
                    <a:pt x="592616" y="20320"/>
                  </a:cubicBezTo>
                  <a:lnTo>
                    <a:pt x="588806" y="20320"/>
                  </a:lnTo>
                  <a:cubicBezTo>
                    <a:pt x="579916" y="20320"/>
                    <a:pt x="571026" y="21590"/>
                    <a:pt x="563406" y="21590"/>
                  </a:cubicBezTo>
                  <a:cubicBezTo>
                    <a:pt x="557056" y="21590"/>
                    <a:pt x="550706" y="19050"/>
                    <a:pt x="543086" y="17780"/>
                  </a:cubicBezTo>
                  <a:cubicBezTo>
                    <a:pt x="541816" y="7620"/>
                    <a:pt x="531656" y="10160"/>
                    <a:pt x="525306" y="5080"/>
                  </a:cubicBezTo>
                  <a:cubicBezTo>
                    <a:pt x="524036" y="3810"/>
                    <a:pt x="521496" y="5080"/>
                    <a:pt x="520226" y="5080"/>
                  </a:cubicBezTo>
                  <a:cubicBezTo>
                    <a:pt x="512606" y="3810"/>
                    <a:pt x="507526" y="7620"/>
                    <a:pt x="504986" y="13970"/>
                  </a:cubicBezTo>
                  <a:cubicBezTo>
                    <a:pt x="501176" y="20320"/>
                    <a:pt x="491016" y="22860"/>
                    <a:pt x="494826" y="33020"/>
                  </a:cubicBezTo>
                  <a:cubicBezTo>
                    <a:pt x="496096" y="34290"/>
                    <a:pt x="498636" y="35560"/>
                    <a:pt x="499906" y="38100"/>
                  </a:cubicBezTo>
                  <a:cubicBezTo>
                    <a:pt x="499906" y="41910"/>
                    <a:pt x="498636" y="44450"/>
                    <a:pt x="494826" y="43180"/>
                  </a:cubicBezTo>
                  <a:cubicBezTo>
                    <a:pt x="493556" y="43180"/>
                    <a:pt x="492286" y="45720"/>
                    <a:pt x="491016" y="46990"/>
                  </a:cubicBezTo>
                  <a:cubicBezTo>
                    <a:pt x="489746" y="48260"/>
                    <a:pt x="489746" y="50800"/>
                    <a:pt x="488476" y="50800"/>
                  </a:cubicBezTo>
                  <a:cubicBezTo>
                    <a:pt x="480856" y="53340"/>
                    <a:pt x="475776" y="59690"/>
                    <a:pt x="466886" y="58420"/>
                  </a:cubicBezTo>
                  <a:lnTo>
                    <a:pt x="464346" y="58420"/>
                  </a:lnTo>
                  <a:cubicBezTo>
                    <a:pt x="456726" y="64770"/>
                    <a:pt x="449106" y="63500"/>
                    <a:pt x="440216" y="62230"/>
                  </a:cubicBezTo>
                  <a:cubicBezTo>
                    <a:pt x="436406" y="60960"/>
                    <a:pt x="431326" y="62230"/>
                    <a:pt x="426246" y="62230"/>
                  </a:cubicBezTo>
                  <a:cubicBezTo>
                    <a:pt x="422436" y="62230"/>
                    <a:pt x="418626" y="62230"/>
                    <a:pt x="414816" y="59690"/>
                  </a:cubicBezTo>
                  <a:cubicBezTo>
                    <a:pt x="409736" y="57150"/>
                    <a:pt x="404656" y="53340"/>
                    <a:pt x="399576" y="50800"/>
                  </a:cubicBezTo>
                  <a:cubicBezTo>
                    <a:pt x="394496" y="48260"/>
                    <a:pt x="388146" y="48260"/>
                    <a:pt x="388146" y="39370"/>
                  </a:cubicBezTo>
                  <a:cubicBezTo>
                    <a:pt x="388146" y="38100"/>
                    <a:pt x="385606" y="36830"/>
                    <a:pt x="385606" y="35560"/>
                  </a:cubicBezTo>
                  <a:cubicBezTo>
                    <a:pt x="376716" y="43180"/>
                    <a:pt x="369096" y="49530"/>
                    <a:pt x="361476" y="55880"/>
                  </a:cubicBezTo>
                  <a:cubicBezTo>
                    <a:pt x="357666" y="59690"/>
                    <a:pt x="352586" y="64770"/>
                    <a:pt x="355126" y="71120"/>
                  </a:cubicBezTo>
                  <a:cubicBezTo>
                    <a:pt x="355126" y="72390"/>
                    <a:pt x="353856" y="73660"/>
                    <a:pt x="353856" y="74930"/>
                  </a:cubicBezTo>
                  <a:cubicBezTo>
                    <a:pt x="352586" y="77470"/>
                    <a:pt x="351316" y="80010"/>
                    <a:pt x="348776" y="81280"/>
                  </a:cubicBezTo>
                  <a:cubicBezTo>
                    <a:pt x="346236" y="85090"/>
                    <a:pt x="343696" y="88900"/>
                    <a:pt x="341156" y="93980"/>
                  </a:cubicBezTo>
                  <a:lnTo>
                    <a:pt x="333536" y="101600"/>
                  </a:lnTo>
                  <a:cubicBezTo>
                    <a:pt x="330996" y="105410"/>
                    <a:pt x="328456" y="109220"/>
                    <a:pt x="324646" y="111760"/>
                  </a:cubicBezTo>
                  <a:cubicBezTo>
                    <a:pt x="315756" y="119380"/>
                    <a:pt x="306866" y="127000"/>
                    <a:pt x="296706" y="134620"/>
                  </a:cubicBezTo>
                  <a:cubicBezTo>
                    <a:pt x="291626" y="139700"/>
                    <a:pt x="285276" y="143510"/>
                    <a:pt x="280196" y="148590"/>
                  </a:cubicBezTo>
                  <a:cubicBezTo>
                    <a:pt x="271306" y="156210"/>
                    <a:pt x="261146" y="162560"/>
                    <a:pt x="256066" y="173990"/>
                  </a:cubicBezTo>
                  <a:cubicBezTo>
                    <a:pt x="256066" y="175260"/>
                    <a:pt x="253526" y="176530"/>
                    <a:pt x="252256" y="177800"/>
                  </a:cubicBezTo>
                  <a:cubicBezTo>
                    <a:pt x="245906" y="182880"/>
                    <a:pt x="235746" y="182880"/>
                    <a:pt x="235746" y="193040"/>
                  </a:cubicBezTo>
                  <a:cubicBezTo>
                    <a:pt x="225586" y="193040"/>
                    <a:pt x="220506" y="200660"/>
                    <a:pt x="215426" y="207010"/>
                  </a:cubicBezTo>
                  <a:cubicBezTo>
                    <a:pt x="211616" y="212090"/>
                    <a:pt x="207806" y="218440"/>
                    <a:pt x="202726" y="222250"/>
                  </a:cubicBezTo>
                  <a:cubicBezTo>
                    <a:pt x="197646" y="224790"/>
                    <a:pt x="191296" y="223520"/>
                    <a:pt x="184946" y="223520"/>
                  </a:cubicBezTo>
                  <a:cubicBezTo>
                    <a:pt x="182406" y="223520"/>
                    <a:pt x="179866" y="223520"/>
                    <a:pt x="179866" y="224790"/>
                  </a:cubicBezTo>
                  <a:cubicBezTo>
                    <a:pt x="174786" y="229870"/>
                    <a:pt x="168436" y="233680"/>
                    <a:pt x="164626" y="240030"/>
                  </a:cubicBezTo>
                  <a:cubicBezTo>
                    <a:pt x="160816" y="246380"/>
                    <a:pt x="157006" y="250190"/>
                    <a:pt x="150656" y="251460"/>
                  </a:cubicBezTo>
                  <a:cubicBezTo>
                    <a:pt x="144306" y="252730"/>
                    <a:pt x="137956" y="259080"/>
                    <a:pt x="129066" y="255270"/>
                  </a:cubicBezTo>
                  <a:cubicBezTo>
                    <a:pt x="121446" y="252730"/>
                    <a:pt x="112556" y="255270"/>
                    <a:pt x="107476" y="250190"/>
                  </a:cubicBezTo>
                  <a:cubicBezTo>
                    <a:pt x="97316" y="251460"/>
                    <a:pt x="89696" y="254000"/>
                    <a:pt x="80806" y="255270"/>
                  </a:cubicBezTo>
                  <a:cubicBezTo>
                    <a:pt x="70646" y="257810"/>
                    <a:pt x="59216" y="256540"/>
                    <a:pt x="50326" y="264160"/>
                  </a:cubicBezTo>
                  <a:cubicBezTo>
                    <a:pt x="42706" y="270510"/>
                    <a:pt x="36356" y="276860"/>
                    <a:pt x="24926" y="275590"/>
                  </a:cubicBezTo>
                  <a:cubicBezTo>
                    <a:pt x="26196" y="283210"/>
                    <a:pt x="27466" y="289560"/>
                    <a:pt x="28736" y="297180"/>
                  </a:cubicBezTo>
                  <a:cubicBezTo>
                    <a:pt x="31276" y="317500"/>
                    <a:pt x="33816" y="337820"/>
                    <a:pt x="35086" y="358140"/>
                  </a:cubicBezTo>
                  <a:cubicBezTo>
                    <a:pt x="38896" y="383540"/>
                    <a:pt x="40166" y="407670"/>
                    <a:pt x="37626" y="431800"/>
                  </a:cubicBezTo>
                  <a:cubicBezTo>
                    <a:pt x="35086" y="466090"/>
                    <a:pt x="23656" y="1639570"/>
                    <a:pt x="12226" y="1671320"/>
                  </a:cubicBezTo>
                  <a:lnTo>
                    <a:pt x="796" y="1697990"/>
                  </a:lnTo>
                  <a:cubicBezTo>
                    <a:pt x="-1744" y="1704340"/>
                    <a:pt x="2066" y="1708150"/>
                    <a:pt x="8416" y="1709420"/>
                  </a:cubicBezTo>
                  <a:cubicBezTo>
                    <a:pt x="16036" y="1710690"/>
                    <a:pt x="18576" y="1715770"/>
                    <a:pt x="21116" y="1722120"/>
                  </a:cubicBezTo>
                  <a:cubicBezTo>
                    <a:pt x="23656" y="1732280"/>
                    <a:pt x="19846" y="1742440"/>
                    <a:pt x="24926" y="1752600"/>
                  </a:cubicBezTo>
                  <a:cubicBezTo>
                    <a:pt x="27466" y="1757680"/>
                    <a:pt x="24926" y="1766570"/>
                    <a:pt x="23656" y="1774190"/>
                  </a:cubicBezTo>
                  <a:cubicBezTo>
                    <a:pt x="22386" y="1784350"/>
                    <a:pt x="24926" y="1794510"/>
                    <a:pt x="28736" y="1803400"/>
                  </a:cubicBezTo>
                  <a:cubicBezTo>
                    <a:pt x="37626" y="1818640"/>
                    <a:pt x="38896" y="1836420"/>
                    <a:pt x="38896" y="1852930"/>
                  </a:cubicBezTo>
                  <a:cubicBezTo>
                    <a:pt x="38896" y="1856740"/>
                    <a:pt x="40166" y="1860550"/>
                    <a:pt x="41436" y="1863090"/>
                  </a:cubicBezTo>
                  <a:cubicBezTo>
                    <a:pt x="43976" y="1865630"/>
                    <a:pt x="49056" y="1868170"/>
                    <a:pt x="54136" y="1869440"/>
                  </a:cubicBezTo>
                  <a:lnTo>
                    <a:pt x="84616" y="1884680"/>
                  </a:lnTo>
                  <a:cubicBezTo>
                    <a:pt x="98586" y="1892300"/>
                    <a:pt x="110016" y="1891030"/>
                    <a:pt x="122716" y="1882140"/>
                  </a:cubicBezTo>
                  <a:cubicBezTo>
                    <a:pt x="123986" y="1880870"/>
                    <a:pt x="127796" y="1879600"/>
                    <a:pt x="129066" y="1879600"/>
                  </a:cubicBezTo>
                  <a:cubicBezTo>
                    <a:pt x="137956" y="1880870"/>
                    <a:pt x="146846" y="1880870"/>
                    <a:pt x="154466" y="1888490"/>
                  </a:cubicBezTo>
                  <a:cubicBezTo>
                    <a:pt x="163356" y="1896110"/>
                    <a:pt x="176056" y="1901190"/>
                    <a:pt x="186216" y="1907540"/>
                  </a:cubicBezTo>
                  <a:cubicBezTo>
                    <a:pt x="192566" y="1911350"/>
                    <a:pt x="200186" y="1916430"/>
                    <a:pt x="203996" y="1921510"/>
                  </a:cubicBezTo>
                  <a:cubicBezTo>
                    <a:pt x="206536" y="1924050"/>
                    <a:pt x="209076" y="1926590"/>
                    <a:pt x="211616" y="1927860"/>
                  </a:cubicBezTo>
                  <a:cubicBezTo>
                    <a:pt x="225586" y="1932940"/>
                    <a:pt x="233206" y="1945640"/>
                    <a:pt x="242096" y="1955800"/>
                  </a:cubicBezTo>
                  <a:cubicBezTo>
                    <a:pt x="249716" y="1964690"/>
                    <a:pt x="259876" y="1969770"/>
                    <a:pt x="271306" y="1971040"/>
                  </a:cubicBezTo>
                  <a:cubicBezTo>
                    <a:pt x="284006" y="1973580"/>
                    <a:pt x="296706" y="1974850"/>
                    <a:pt x="309406" y="1977390"/>
                  </a:cubicBezTo>
                  <a:cubicBezTo>
                    <a:pt x="314486" y="1978660"/>
                    <a:pt x="320836" y="1979930"/>
                    <a:pt x="325916" y="1982470"/>
                  </a:cubicBezTo>
                  <a:cubicBezTo>
                    <a:pt x="332266" y="1985010"/>
                    <a:pt x="338616" y="1985010"/>
                    <a:pt x="343696" y="1988820"/>
                  </a:cubicBezTo>
                  <a:cubicBezTo>
                    <a:pt x="351316" y="1995170"/>
                    <a:pt x="358936" y="1998980"/>
                    <a:pt x="369096" y="1996440"/>
                  </a:cubicBezTo>
                  <a:cubicBezTo>
                    <a:pt x="372906" y="1995170"/>
                    <a:pt x="377986" y="1997710"/>
                    <a:pt x="381796" y="1998980"/>
                  </a:cubicBezTo>
                  <a:cubicBezTo>
                    <a:pt x="383066" y="1998980"/>
                    <a:pt x="384336" y="2000250"/>
                    <a:pt x="385606" y="2000250"/>
                  </a:cubicBezTo>
                  <a:cubicBezTo>
                    <a:pt x="399576" y="2001520"/>
                    <a:pt x="412276" y="1998980"/>
                    <a:pt x="424976" y="1996440"/>
                  </a:cubicBezTo>
                  <a:cubicBezTo>
                    <a:pt x="430056" y="1995170"/>
                    <a:pt x="435136" y="1993900"/>
                    <a:pt x="440216" y="1991360"/>
                  </a:cubicBezTo>
                  <a:cubicBezTo>
                    <a:pt x="454186" y="1985010"/>
                    <a:pt x="468156" y="1978660"/>
                    <a:pt x="480856" y="1971040"/>
                  </a:cubicBezTo>
                  <a:cubicBezTo>
                    <a:pt x="489746" y="1965960"/>
                    <a:pt x="498636" y="1960880"/>
                    <a:pt x="508796" y="1965960"/>
                  </a:cubicBezTo>
                  <a:lnTo>
                    <a:pt x="513876" y="1965960"/>
                  </a:lnTo>
                  <a:cubicBezTo>
                    <a:pt x="522766" y="1965960"/>
                    <a:pt x="531656" y="1964690"/>
                    <a:pt x="539276" y="1963420"/>
                  </a:cubicBezTo>
                  <a:cubicBezTo>
                    <a:pt x="540546" y="1963420"/>
                    <a:pt x="543086" y="1963420"/>
                    <a:pt x="543086" y="1962150"/>
                  </a:cubicBezTo>
                  <a:cubicBezTo>
                    <a:pt x="546896" y="1957070"/>
                    <a:pt x="553246" y="1957070"/>
                    <a:pt x="559596" y="1955800"/>
                  </a:cubicBezTo>
                  <a:cubicBezTo>
                    <a:pt x="569756" y="1954530"/>
                    <a:pt x="579916" y="1954530"/>
                    <a:pt x="587536" y="1948180"/>
                  </a:cubicBezTo>
                  <a:cubicBezTo>
                    <a:pt x="595156" y="1943100"/>
                    <a:pt x="602776" y="1941830"/>
                    <a:pt x="611666" y="1940560"/>
                  </a:cubicBezTo>
                  <a:cubicBezTo>
                    <a:pt x="612936" y="1940560"/>
                    <a:pt x="615476" y="1939290"/>
                    <a:pt x="616746" y="1939290"/>
                  </a:cubicBezTo>
                  <a:cubicBezTo>
                    <a:pt x="623096" y="1938020"/>
                    <a:pt x="629446" y="1934210"/>
                    <a:pt x="634526" y="1935480"/>
                  </a:cubicBezTo>
                  <a:cubicBezTo>
                    <a:pt x="645956" y="1938020"/>
                    <a:pt x="651036" y="1934210"/>
                    <a:pt x="658656" y="1924050"/>
                  </a:cubicBezTo>
                  <a:cubicBezTo>
                    <a:pt x="659926" y="1921510"/>
                    <a:pt x="663736" y="1920240"/>
                    <a:pt x="666276" y="1918970"/>
                  </a:cubicBezTo>
                  <a:cubicBezTo>
                    <a:pt x="672626" y="1917700"/>
                    <a:pt x="678976" y="1918970"/>
                    <a:pt x="685326" y="1917700"/>
                  </a:cubicBezTo>
                  <a:cubicBezTo>
                    <a:pt x="689136" y="1917700"/>
                    <a:pt x="692946" y="1913890"/>
                    <a:pt x="695486" y="1913890"/>
                  </a:cubicBezTo>
                  <a:cubicBezTo>
                    <a:pt x="705646" y="1915160"/>
                    <a:pt x="717076" y="1911350"/>
                    <a:pt x="725966" y="1917700"/>
                  </a:cubicBezTo>
                  <a:cubicBezTo>
                    <a:pt x="727236" y="1918970"/>
                    <a:pt x="729776" y="1918970"/>
                    <a:pt x="732316" y="1918970"/>
                  </a:cubicBezTo>
                  <a:cubicBezTo>
                    <a:pt x="748826" y="1920240"/>
                    <a:pt x="762796" y="1925320"/>
                    <a:pt x="774226" y="1935480"/>
                  </a:cubicBezTo>
                  <a:cubicBezTo>
                    <a:pt x="778036" y="1939290"/>
                    <a:pt x="783116" y="1941830"/>
                    <a:pt x="786926" y="1944370"/>
                  </a:cubicBezTo>
                  <a:cubicBezTo>
                    <a:pt x="790736" y="1946910"/>
                    <a:pt x="795816" y="1946910"/>
                    <a:pt x="799626" y="1948180"/>
                  </a:cubicBezTo>
                  <a:cubicBezTo>
                    <a:pt x="803436" y="1949450"/>
                    <a:pt x="805976" y="1950720"/>
                    <a:pt x="809786" y="1950720"/>
                  </a:cubicBezTo>
                  <a:cubicBezTo>
                    <a:pt x="816136" y="1950720"/>
                    <a:pt x="821216" y="1953260"/>
                    <a:pt x="825026" y="1958340"/>
                  </a:cubicBezTo>
                  <a:cubicBezTo>
                    <a:pt x="826296" y="1959610"/>
                    <a:pt x="827566" y="1960880"/>
                    <a:pt x="828836" y="1963420"/>
                  </a:cubicBezTo>
                  <a:cubicBezTo>
                    <a:pt x="827566" y="1967230"/>
                    <a:pt x="835186" y="1977390"/>
                    <a:pt x="840266" y="1977390"/>
                  </a:cubicBezTo>
                  <a:cubicBezTo>
                    <a:pt x="849156" y="1977390"/>
                    <a:pt x="858046" y="1979930"/>
                    <a:pt x="865666" y="1986280"/>
                  </a:cubicBezTo>
                  <a:cubicBezTo>
                    <a:pt x="866936" y="1987550"/>
                    <a:pt x="869476" y="1987550"/>
                    <a:pt x="872016" y="1986280"/>
                  </a:cubicBezTo>
                  <a:cubicBezTo>
                    <a:pt x="875826" y="1985010"/>
                    <a:pt x="878366" y="1985010"/>
                    <a:pt x="880906" y="1988820"/>
                  </a:cubicBezTo>
                  <a:cubicBezTo>
                    <a:pt x="882176" y="1990090"/>
                    <a:pt x="887256" y="1990090"/>
                    <a:pt x="889796" y="1990090"/>
                  </a:cubicBezTo>
                  <a:cubicBezTo>
                    <a:pt x="896146" y="1990090"/>
                    <a:pt x="903766" y="1988820"/>
                    <a:pt x="910116" y="1990090"/>
                  </a:cubicBezTo>
                  <a:cubicBezTo>
                    <a:pt x="921546" y="1991360"/>
                    <a:pt x="931706" y="1992630"/>
                    <a:pt x="943136" y="1995170"/>
                  </a:cubicBezTo>
                  <a:cubicBezTo>
                    <a:pt x="945676" y="1995170"/>
                    <a:pt x="948216" y="1996440"/>
                    <a:pt x="949486" y="1997710"/>
                  </a:cubicBezTo>
                  <a:cubicBezTo>
                    <a:pt x="952026" y="2004060"/>
                    <a:pt x="958376" y="2004060"/>
                    <a:pt x="962186" y="2005330"/>
                  </a:cubicBezTo>
                  <a:cubicBezTo>
                    <a:pt x="965996" y="2006600"/>
                    <a:pt x="971076" y="2007870"/>
                    <a:pt x="973616" y="2007870"/>
                  </a:cubicBezTo>
                  <a:cubicBezTo>
                    <a:pt x="974886" y="2006600"/>
                    <a:pt x="977426" y="2005330"/>
                    <a:pt x="979966" y="2002790"/>
                  </a:cubicBezTo>
                  <a:cubicBezTo>
                    <a:pt x="974886" y="2002790"/>
                    <a:pt x="972346" y="2004060"/>
                    <a:pt x="969806" y="2004060"/>
                  </a:cubicBezTo>
                  <a:cubicBezTo>
                    <a:pt x="974886" y="1997710"/>
                    <a:pt x="979966" y="1996440"/>
                    <a:pt x="986316" y="2000250"/>
                  </a:cubicBezTo>
                  <a:cubicBezTo>
                    <a:pt x="993936" y="2006600"/>
                    <a:pt x="1000286" y="2006600"/>
                    <a:pt x="1009176" y="2000250"/>
                  </a:cubicBezTo>
                  <a:lnTo>
                    <a:pt x="1016796" y="1996440"/>
                  </a:lnTo>
                  <a:lnTo>
                    <a:pt x="1016796" y="1990090"/>
                  </a:lnTo>
                  <a:cubicBezTo>
                    <a:pt x="1020606" y="1991360"/>
                    <a:pt x="1024416" y="1993900"/>
                    <a:pt x="1026956" y="1993900"/>
                  </a:cubicBezTo>
                  <a:cubicBezTo>
                    <a:pt x="1034576" y="1990090"/>
                    <a:pt x="1042196" y="1986280"/>
                    <a:pt x="1048546" y="1981200"/>
                  </a:cubicBezTo>
                  <a:cubicBezTo>
                    <a:pt x="1056166" y="1976120"/>
                    <a:pt x="1062516" y="1969770"/>
                    <a:pt x="1068866" y="1964690"/>
                  </a:cubicBezTo>
                  <a:cubicBezTo>
                    <a:pt x="1070136" y="1964690"/>
                    <a:pt x="1070136" y="1963420"/>
                    <a:pt x="1071406" y="1963420"/>
                  </a:cubicBezTo>
                  <a:cubicBezTo>
                    <a:pt x="1080296" y="1960880"/>
                    <a:pt x="1087916" y="1959610"/>
                    <a:pt x="1096806" y="1957070"/>
                  </a:cubicBezTo>
                  <a:cubicBezTo>
                    <a:pt x="1101886" y="1955800"/>
                    <a:pt x="1105696" y="1953260"/>
                    <a:pt x="1110776" y="1951990"/>
                  </a:cubicBezTo>
                  <a:cubicBezTo>
                    <a:pt x="1114586" y="1950720"/>
                    <a:pt x="1117126" y="1950720"/>
                    <a:pt x="1120936" y="1949450"/>
                  </a:cubicBezTo>
                  <a:lnTo>
                    <a:pt x="1133636" y="1949450"/>
                  </a:lnTo>
                  <a:cubicBezTo>
                    <a:pt x="1136176" y="1949450"/>
                    <a:pt x="1139986" y="1949450"/>
                    <a:pt x="1142526" y="1948180"/>
                  </a:cubicBezTo>
                  <a:cubicBezTo>
                    <a:pt x="1143796" y="1945640"/>
                    <a:pt x="1146336" y="1941830"/>
                    <a:pt x="1147606" y="1941830"/>
                  </a:cubicBezTo>
                  <a:cubicBezTo>
                    <a:pt x="1151416" y="1941830"/>
                    <a:pt x="1153956" y="1944370"/>
                    <a:pt x="1157766" y="1945640"/>
                  </a:cubicBezTo>
                  <a:cubicBezTo>
                    <a:pt x="1159036" y="1945640"/>
                    <a:pt x="1159036" y="1946910"/>
                    <a:pt x="1159036" y="1948180"/>
                  </a:cubicBezTo>
                  <a:cubicBezTo>
                    <a:pt x="1164116" y="1953260"/>
                    <a:pt x="1167926" y="1959610"/>
                    <a:pt x="1173006" y="1964690"/>
                  </a:cubicBezTo>
                  <a:cubicBezTo>
                    <a:pt x="1179356" y="1971040"/>
                    <a:pt x="1185706" y="1971040"/>
                    <a:pt x="1189516" y="1967230"/>
                  </a:cubicBezTo>
                  <a:cubicBezTo>
                    <a:pt x="1195866" y="1962150"/>
                    <a:pt x="1200946" y="1958340"/>
                    <a:pt x="1209836" y="1960880"/>
                  </a:cubicBezTo>
                  <a:cubicBezTo>
                    <a:pt x="1211106" y="1960880"/>
                    <a:pt x="1213646" y="1962150"/>
                    <a:pt x="1214916" y="1960880"/>
                  </a:cubicBezTo>
                  <a:cubicBezTo>
                    <a:pt x="1221266" y="1958340"/>
                    <a:pt x="1228886" y="1955800"/>
                    <a:pt x="1235236" y="1951990"/>
                  </a:cubicBezTo>
                  <a:cubicBezTo>
                    <a:pt x="1239046" y="1950720"/>
                    <a:pt x="1244126" y="1950720"/>
                    <a:pt x="1245396" y="1948180"/>
                  </a:cubicBezTo>
                  <a:cubicBezTo>
                    <a:pt x="1249206" y="1940560"/>
                    <a:pt x="1255556" y="1936750"/>
                    <a:pt x="1261906" y="1931670"/>
                  </a:cubicBezTo>
                  <a:cubicBezTo>
                    <a:pt x="1265716" y="1927860"/>
                    <a:pt x="1269526" y="1922780"/>
                    <a:pt x="1273336" y="1921510"/>
                  </a:cubicBezTo>
                  <a:cubicBezTo>
                    <a:pt x="1282226" y="1918970"/>
                    <a:pt x="1288576" y="1911350"/>
                    <a:pt x="1296196" y="1906270"/>
                  </a:cubicBezTo>
                  <a:cubicBezTo>
                    <a:pt x="1302546" y="1902460"/>
                    <a:pt x="1306356" y="1894840"/>
                    <a:pt x="1312706" y="1893570"/>
                  </a:cubicBezTo>
                  <a:cubicBezTo>
                    <a:pt x="1322866" y="1891030"/>
                    <a:pt x="1330486" y="1884680"/>
                    <a:pt x="1339376" y="1878330"/>
                  </a:cubicBezTo>
                  <a:cubicBezTo>
                    <a:pt x="1344456" y="1874520"/>
                    <a:pt x="1350806" y="1871980"/>
                    <a:pt x="1357156" y="1873250"/>
                  </a:cubicBezTo>
                  <a:cubicBezTo>
                    <a:pt x="1360966" y="1874520"/>
                    <a:pt x="1366046" y="1873250"/>
                    <a:pt x="1368586" y="1871980"/>
                  </a:cubicBezTo>
                  <a:cubicBezTo>
                    <a:pt x="1373666" y="1869440"/>
                    <a:pt x="1378746" y="1865630"/>
                    <a:pt x="1383826" y="1863090"/>
                  </a:cubicBezTo>
                  <a:cubicBezTo>
                    <a:pt x="1387636" y="1860550"/>
                    <a:pt x="1391446" y="1858010"/>
                    <a:pt x="1395256" y="1858010"/>
                  </a:cubicBezTo>
                  <a:cubicBezTo>
                    <a:pt x="1407956" y="1856740"/>
                    <a:pt x="1418116" y="1854200"/>
                    <a:pt x="1424466" y="1841500"/>
                  </a:cubicBezTo>
                  <a:cubicBezTo>
                    <a:pt x="1427006" y="1836420"/>
                    <a:pt x="1439706" y="1830070"/>
                    <a:pt x="1444786" y="1832610"/>
                  </a:cubicBezTo>
                  <a:cubicBezTo>
                    <a:pt x="1453676" y="1836420"/>
                    <a:pt x="1460026" y="1833880"/>
                    <a:pt x="1465106" y="1826260"/>
                  </a:cubicBezTo>
                  <a:cubicBezTo>
                    <a:pt x="1468916" y="1822450"/>
                    <a:pt x="1473996" y="1823720"/>
                    <a:pt x="1477806" y="1826260"/>
                  </a:cubicBezTo>
                  <a:cubicBezTo>
                    <a:pt x="1480346" y="1828800"/>
                    <a:pt x="1482886" y="1830070"/>
                    <a:pt x="1485426" y="1830070"/>
                  </a:cubicBezTo>
                  <a:cubicBezTo>
                    <a:pt x="1494316" y="1831340"/>
                    <a:pt x="1504476" y="1830070"/>
                    <a:pt x="1513366" y="1831340"/>
                  </a:cubicBezTo>
                  <a:cubicBezTo>
                    <a:pt x="1520986" y="1832610"/>
                    <a:pt x="1528606" y="1830070"/>
                    <a:pt x="1533686" y="1824990"/>
                  </a:cubicBezTo>
                  <a:cubicBezTo>
                    <a:pt x="1538766" y="1819910"/>
                    <a:pt x="1542576" y="1819910"/>
                    <a:pt x="1550196" y="1822450"/>
                  </a:cubicBezTo>
                  <a:cubicBezTo>
                    <a:pt x="1556546" y="1824990"/>
                    <a:pt x="1561626" y="1831340"/>
                    <a:pt x="1570516" y="1830070"/>
                  </a:cubicBezTo>
                  <a:cubicBezTo>
                    <a:pt x="1578136" y="1828800"/>
                    <a:pt x="1587026" y="1832610"/>
                    <a:pt x="1595916" y="1828800"/>
                  </a:cubicBezTo>
                  <a:lnTo>
                    <a:pt x="1600996" y="1828800"/>
                  </a:lnTo>
                  <a:cubicBezTo>
                    <a:pt x="1608616" y="1831340"/>
                    <a:pt x="1616236" y="1832610"/>
                    <a:pt x="1622586" y="1838960"/>
                  </a:cubicBezTo>
                  <a:cubicBezTo>
                    <a:pt x="1630206" y="1845310"/>
                    <a:pt x="1631476" y="1798320"/>
                    <a:pt x="1639096" y="1803400"/>
                  </a:cubicBezTo>
                  <a:cubicBezTo>
                    <a:pt x="1650526" y="1811020"/>
                    <a:pt x="1647986" y="1803400"/>
                    <a:pt x="1659416" y="1809750"/>
                  </a:cubicBezTo>
                  <a:cubicBezTo>
                    <a:pt x="1668306" y="1813560"/>
                    <a:pt x="1664496" y="1799590"/>
                    <a:pt x="1674656" y="1802130"/>
                  </a:cubicBezTo>
                  <a:cubicBezTo>
                    <a:pt x="1675926" y="1802130"/>
                    <a:pt x="1691166" y="1812290"/>
                    <a:pt x="1691166" y="1811020"/>
                  </a:cubicBezTo>
                  <a:cubicBezTo>
                    <a:pt x="1697516" y="1807210"/>
                    <a:pt x="1703866" y="1769110"/>
                    <a:pt x="1710216" y="1770380"/>
                  </a:cubicBezTo>
                  <a:cubicBezTo>
                    <a:pt x="1722916" y="1774190"/>
                    <a:pt x="1734346" y="1771650"/>
                    <a:pt x="1745776" y="1766570"/>
                  </a:cubicBezTo>
                  <a:cubicBezTo>
                    <a:pt x="1752126" y="1764030"/>
                    <a:pt x="1762286" y="1755140"/>
                    <a:pt x="1767366" y="1758950"/>
                  </a:cubicBezTo>
                  <a:cubicBezTo>
                    <a:pt x="1776256" y="1765300"/>
                    <a:pt x="1785146" y="1767840"/>
                    <a:pt x="1795306" y="1769110"/>
                  </a:cubicBezTo>
                  <a:cubicBezTo>
                    <a:pt x="1796576" y="1769110"/>
                    <a:pt x="1797846" y="1770380"/>
                    <a:pt x="1799116" y="1771650"/>
                  </a:cubicBezTo>
                  <a:cubicBezTo>
                    <a:pt x="1802926" y="1776730"/>
                    <a:pt x="1820706" y="1762760"/>
                    <a:pt x="1824516" y="1767840"/>
                  </a:cubicBezTo>
                  <a:cubicBezTo>
                    <a:pt x="1829596" y="1775460"/>
                    <a:pt x="1834676" y="1783080"/>
                    <a:pt x="1839756" y="1789430"/>
                  </a:cubicBezTo>
                  <a:cubicBezTo>
                    <a:pt x="1842296" y="1791970"/>
                    <a:pt x="1846106" y="1793240"/>
                    <a:pt x="1847376" y="1795780"/>
                  </a:cubicBezTo>
                  <a:cubicBezTo>
                    <a:pt x="1848646" y="1802130"/>
                    <a:pt x="1851186" y="1804670"/>
                    <a:pt x="1857536" y="1804670"/>
                  </a:cubicBezTo>
                  <a:cubicBezTo>
                    <a:pt x="1861346" y="1804670"/>
                    <a:pt x="1865156" y="1805940"/>
                    <a:pt x="1867696" y="1808480"/>
                  </a:cubicBezTo>
                  <a:cubicBezTo>
                    <a:pt x="1874046" y="1812290"/>
                    <a:pt x="1879126" y="1816100"/>
                    <a:pt x="1884206" y="1819910"/>
                  </a:cubicBezTo>
                  <a:cubicBezTo>
                    <a:pt x="1890556" y="1823720"/>
                    <a:pt x="1896906" y="1827530"/>
                    <a:pt x="1899446" y="1833880"/>
                  </a:cubicBezTo>
                  <a:cubicBezTo>
                    <a:pt x="1900716" y="1836420"/>
                    <a:pt x="1901986" y="1837690"/>
                    <a:pt x="1903256" y="1838960"/>
                  </a:cubicBezTo>
                  <a:cubicBezTo>
                    <a:pt x="1908336" y="1844040"/>
                    <a:pt x="1913416" y="1847850"/>
                    <a:pt x="1918496" y="1852930"/>
                  </a:cubicBezTo>
                  <a:cubicBezTo>
                    <a:pt x="1926116" y="1859280"/>
                    <a:pt x="1932466" y="1866900"/>
                    <a:pt x="1940086" y="1873250"/>
                  </a:cubicBezTo>
                  <a:cubicBezTo>
                    <a:pt x="1942626" y="1874520"/>
                    <a:pt x="1945166" y="1877060"/>
                    <a:pt x="1947706" y="1878330"/>
                  </a:cubicBezTo>
                  <a:cubicBezTo>
                    <a:pt x="1952786" y="1880870"/>
                    <a:pt x="1957866" y="1883410"/>
                    <a:pt x="1961676" y="1887220"/>
                  </a:cubicBezTo>
                  <a:cubicBezTo>
                    <a:pt x="1965486" y="1891030"/>
                    <a:pt x="1983266" y="1868170"/>
                    <a:pt x="1985806" y="1873250"/>
                  </a:cubicBezTo>
                  <a:cubicBezTo>
                    <a:pt x="1985806" y="1874520"/>
                    <a:pt x="1987076" y="1874520"/>
                    <a:pt x="1988346" y="1874520"/>
                  </a:cubicBezTo>
                  <a:cubicBezTo>
                    <a:pt x="1995966" y="1880870"/>
                    <a:pt x="2003586" y="1878330"/>
                    <a:pt x="2011206" y="1875790"/>
                  </a:cubicBezTo>
                  <a:cubicBezTo>
                    <a:pt x="2013746" y="1874520"/>
                    <a:pt x="2016286" y="1873250"/>
                    <a:pt x="2017556" y="1874520"/>
                  </a:cubicBezTo>
                  <a:cubicBezTo>
                    <a:pt x="2026446" y="1878330"/>
                    <a:pt x="2032796" y="1887220"/>
                    <a:pt x="2044226" y="1888490"/>
                  </a:cubicBezTo>
                  <a:cubicBezTo>
                    <a:pt x="2044226" y="1888490"/>
                    <a:pt x="2045496" y="1888490"/>
                    <a:pt x="2045496" y="1889760"/>
                  </a:cubicBezTo>
                  <a:cubicBezTo>
                    <a:pt x="2048036" y="1897380"/>
                    <a:pt x="2055656" y="1897380"/>
                    <a:pt x="2062006" y="1898650"/>
                  </a:cubicBezTo>
                  <a:cubicBezTo>
                    <a:pt x="2065816" y="1898650"/>
                    <a:pt x="2069626" y="1899920"/>
                    <a:pt x="2072166" y="1901190"/>
                  </a:cubicBezTo>
                  <a:cubicBezTo>
                    <a:pt x="2079786" y="1905000"/>
                    <a:pt x="2087406" y="1910080"/>
                    <a:pt x="2096296" y="1912620"/>
                  </a:cubicBezTo>
                  <a:cubicBezTo>
                    <a:pt x="2107726" y="1916430"/>
                    <a:pt x="2119156" y="1918970"/>
                    <a:pt x="2128046" y="1925320"/>
                  </a:cubicBezTo>
                  <a:cubicBezTo>
                    <a:pt x="2129316" y="1925320"/>
                    <a:pt x="2130586" y="1925320"/>
                    <a:pt x="2130586" y="1926590"/>
                  </a:cubicBezTo>
                  <a:cubicBezTo>
                    <a:pt x="2134396" y="1929130"/>
                    <a:pt x="2140746" y="1930400"/>
                    <a:pt x="2143286" y="1934210"/>
                  </a:cubicBezTo>
                  <a:cubicBezTo>
                    <a:pt x="2147096" y="1941830"/>
                    <a:pt x="2157256" y="1940560"/>
                    <a:pt x="2162336" y="1946910"/>
                  </a:cubicBezTo>
                  <a:lnTo>
                    <a:pt x="2163606" y="1946910"/>
                  </a:lnTo>
                  <a:cubicBezTo>
                    <a:pt x="2168686" y="1946910"/>
                    <a:pt x="2173766" y="1948180"/>
                    <a:pt x="2180116" y="1948180"/>
                  </a:cubicBezTo>
                  <a:cubicBezTo>
                    <a:pt x="2182656" y="1946910"/>
                    <a:pt x="2186466" y="1944370"/>
                    <a:pt x="2189006" y="1944370"/>
                  </a:cubicBezTo>
                  <a:cubicBezTo>
                    <a:pt x="2200436" y="1948180"/>
                    <a:pt x="2211866" y="1948180"/>
                    <a:pt x="2219486" y="1938020"/>
                  </a:cubicBezTo>
                  <a:cubicBezTo>
                    <a:pt x="2220756" y="1936750"/>
                    <a:pt x="2223296" y="1936750"/>
                    <a:pt x="2225836" y="1936750"/>
                  </a:cubicBezTo>
                  <a:lnTo>
                    <a:pt x="2235996" y="1936750"/>
                  </a:lnTo>
                  <a:cubicBezTo>
                    <a:pt x="2247426" y="1934210"/>
                    <a:pt x="2257586" y="1931670"/>
                    <a:pt x="2269016" y="1930400"/>
                  </a:cubicBezTo>
                  <a:cubicBezTo>
                    <a:pt x="2274096" y="1929130"/>
                    <a:pt x="2280446" y="1931670"/>
                    <a:pt x="2285526" y="1932940"/>
                  </a:cubicBezTo>
                  <a:cubicBezTo>
                    <a:pt x="2290606" y="1934210"/>
                    <a:pt x="2295686" y="1934210"/>
                    <a:pt x="2300766" y="1934210"/>
                  </a:cubicBezTo>
                  <a:cubicBezTo>
                    <a:pt x="2307116" y="1934210"/>
                    <a:pt x="2312196" y="1931670"/>
                    <a:pt x="2318546" y="1931670"/>
                  </a:cubicBezTo>
                  <a:cubicBezTo>
                    <a:pt x="2323626" y="1930400"/>
                    <a:pt x="2329976" y="1930400"/>
                    <a:pt x="2335056" y="1929130"/>
                  </a:cubicBezTo>
                  <a:cubicBezTo>
                    <a:pt x="2346486" y="1926590"/>
                    <a:pt x="2356646" y="1924050"/>
                    <a:pt x="2368076" y="1922780"/>
                  </a:cubicBezTo>
                  <a:cubicBezTo>
                    <a:pt x="2375696" y="1879600"/>
                    <a:pt x="2374426" y="1828800"/>
                    <a:pt x="2374426" y="1776730"/>
                  </a:cubicBezTo>
                  <a:close/>
                </a:path>
              </a:pathLst>
            </a:custGeom>
            <a:blipFill>
              <a:blip r:embed="rId3"/>
              <a:stretch>
                <a:fillRect l="-13459" t="0" r="-1345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551809" y="1500965"/>
            <a:ext cx="6278107" cy="7673242"/>
            <a:chOff x="0" y="0"/>
            <a:chExt cx="1653493" cy="20209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53493" cy="2020936"/>
            </a:xfrm>
            <a:custGeom>
              <a:avLst/>
              <a:gdLst/>
              <a:ahLst/>
              <a:cxnLst/>
              <a:rect r="r" b="b" t="t" l="l"/>
              <a:pathLst>
                <a:path h="2020936" w="1653493">
                  <a:moveTo>
                    <a:pt x="0" y="0"/>
                  </a:moveTo>
                  <a:lnTo>
                    <a:pt x="1653493" y="0"/>
                  </a:lnTo>
                  <a:lnTo>
                    <a:pt x="1653493" y="2020936"/>
                  </a:lnTo>
                  <a:lnTo>
                    <a:pt x="0" y="2020936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53493" cy="2059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1414236" y="3781229"/>
            <a:ext cx="4553252" cy="0"/>
          </a:xfrm>
          <a:prstGeom prst="line">
            <a:avLst/>
          </a:prstGeom>
          <a:ln cap="flat" w="38100">
            <a:solidFill>
              <a:srgbClr val="ACA9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1414236" y="4973465"/>
            <a:ext cx="4553252" cy="0"/>
          </a:xfrm>
          <a:prstGeom prst="line">
            <a:avLst/>
          </a:prstGeom>
          <a:ln cap="flat" w="38100">
            <a:solidFill>
              <a:srgbClr val="ACA9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1414236" y="6306899"/>
            <a:ext cx="4553252" cy="0"/>
          </a:xfrm>
          <a:prstGeom prst="line">
            <a:avLst/>
          </a:prstGeom>
          <a:ln cap="flat" w="38100">
            <a:solidFill>
              <a:srgbClr val="ACA9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1379907" y="5451595"/>
            <a:ext cx="4587581" cy="590261"/>
            <a:chOff x="0" y="0"/>
            <a:chExt cx="1208252" cy="1554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8252" cy="155460"/>
            </a:xfrm>
            <a:custGeom>
              <a:avLst/>
              <a:gdLst/>
              <a:ahLst/>
              <a:cxnLst/>
              <a:rect r="r" b="b" t="t" l="l"/>
              <a:pathLst>
                <a:path h="155460" w="1208252">
                  <a:moveTo>
                    <a:pt x="28689" y="0"/>
                  </a:moveTo>
                  <a:lnTo>
                    <a:pt x="1179563" y="0"/>
                  </a:lnTo>
                  <a:cubicBezTo>
                    <a:pt x="1195407" y="0"/>
                    <a:pt x="1208252" y="12844"/>
                    <a:pt x="1208252" y="28689"/>
                  </a:cubicBezTo>
                  <a:lnTo>
                    <a:pt x="1208252" y="126771"/>
                  </a:lnTo>
                  <a:cubicBezTo>
                    <a:pt x="1208252" y="142615"/>
                    <a:pt x="1195407" y="155460"/>
                    <a:pt x="1179563" y="155460"/>
                  </a:cubicBezTo>
                  <a:lnTo>
                    <a:pt x="28689" y="155460"/>
                  </a:lnTo>
                  <a:cubicBezTo>
                    <a:pt x="21080" y="155460"/>
                    <a:pt x="13783" y="152437"/>
                    <a:pt x="8403" y="147057"/>
                  </a:cubicBezTo>
                  <a:cubicBezTo>
                    <a:pt x="3023" y="141677"/>
                    <a:pt x="0" y="134379"/>
                    <a:pt x="0" y="126771"/>
                  </a:cubicBezTo>
                  <a:lnTo>
                    <a:pt x="0" y="28689"/>
                  </a:lnTo>
                  <a:cubicBezTo>
                    <a:pt x="0" y="21080"/>
                    <a:pt x="3023" y="13783"/>
                    <a:pt x="8403" y="8403"/>
                  </a:cubicBezTo>
                  <a:cubicBezTo>
                    <a:pt x="13783" y="3023"/>
                    <a:pt x="21080" y="0"/>
                    <a:pt x="28689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208252" cy="203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FEFDF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Log in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1590495" y="6511439"/>
            <a:ext cx="4501750" cy="758610"/>
          </a:xfrm>
          <a:custGeom>
            <a:avLst/>
            <a:gdLst/>
            <a:ahLst/>
            <a:cxnLst/>
            <a:rect r="r" b="b" t="t" l="l"/>
            <a:pathLst>
              <a:path h="758610" w="4501750">
                <a:moveTo>
                  <a:pt x="0" y="0"/>
                </a:moveTo>
                <a:lnTo>
                  <a:pt x="4501750" y="0"/>
                </a:lnTo>
                <a:lnTo>
                  <a:pt x="4501750" y="758609"/>
                </a:lnTo>
                <a:lnTo>
                  <a:pt x="0" y="7586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629" t="-324315" r="-25147" b="-27965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806011" y="1764476"/>
            <a:ext cx="3769702" cy="53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INICIAR SESIÓN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14448" y="3374379"/>
            <a:ext cx="455325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ACA9A6"/>
                </a:solidFill>
                <a:latin typeface="Open Sans"/>
                <a:ea typeface="Open Sans"/>
                <a:cs typeface="Open Sans"/>
                <a:sym typeface="Open Sans"/>
              </a:rPr>
              <a:t>Email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72981" y="4570856"/>
            <a:ext cx="455325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ACA9A6"/>
                </a:solidFill>
                <a:latin typeface="Open Sans"/>
                <a:ea typeface="Open Sans"/>
                <a:cs typeface="Open Sans"/>
                <a:sym typeface="Open Sans"/>
              </a:rPr>
              <a:t>Contraseña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06011" y="7398388"/>
            <a:ext cx="3769702" cy="53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REGISTRARTE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88847" y="8333190"/>
            <a:ext cx="3769702" cy="53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INVITADO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06011" y="7898188"/>
            <a:ext cx="3769702" cy="33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ACA9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ó entrar como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2488" r="0" b="-52488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-16329" t="-35233" r="-8141" b="-51472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45499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922709" y="3796900"/>
            <a:ext cx="4404051" cy="440405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2334809">
            <a:off x="3693114" y="-837428"/>
            <a:ext cx="18197274" cy="19568890"/>
            <a:chOff x="0" y="0"/>
            <a:chExt cx="812800" cy="8740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74065"/>
            </a:xfrm>
            <a:custGeom>
              <a:avLst/>
              <a:gdLst/>
              <a:ahLst/>
              <a:cxnLst/>
              <a:rect r="r" b="b" t="t" l="l"/>
              <a:pathLst>
                <a:path h="874065" w="812800">
                  <a:moveTo>
                    <a:pt x="406400" y="0"/>
                  </a:moveTo>
                  <a:lnTo>
                    <a:pt x="812800" y="874065"/>
                  </a:lnTo>
                  <a:lnTo>
                    <a:pt x="0" y="874065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30000"/>
                  </a:srgbClr>
                </a:gs>
                <a:gs pos="100000">
                  <a:srgbClr val="FFFFFF">
                    <a:alpha val="3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367716"/>
              <a:ext cx="558800" cy="443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88960" y="3796900"/>
            <a:ext cx="4404051" cy="440405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38888" t="0" r="-38888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53621" y="3143228"/>
            <a:ext cx="6274729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SOY UN RESCATADOR O ALBERGUE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630316" y="2869808"/>
            <a:ext cx="6921339" cy="6258237"/>
            <a:chOff x="0" y="0"/>
            <a:chExt cx="1822904" cy="16482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2904" cy="1648260"/>
            </a:xfrm>
            <a:custGeom>
              <a:avLst/>
              <a:gdLst/>
              <a:ahLst/>
              <a:cxnLst/>
              <a:rect r="r" b="b" t="t" l="l"/>
              <a:pathLst>
                <a:path h="1648260" w="1822904">
                  <a:moveTo>
                    <a:pt x="0" y="0"/>
                  </a:moveTo>
                  <a:lnTo>
                    <a:pt x="1822904" y="0"/>
                  </a:lnTo>
                  <a:lnTo>
                    <a:pt x="1822904" y="1648260"/>
                  </a:lnTo>
                  <a:lnTo>
                    <a:pt x="0" y="1648260"/>
                  </a:lnTo>
                  <a:close/>
                </a:path>
              </a:pathLst>
            </a:custGeom>
            <a:ln w="85725" cap="sq">
              <a:solidFill>
                <a:srgbClr val="495C72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822904" cy="168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536379" y="3143228"/>
            <a:ext cx="5391772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SOY UN DUEÑO DE UN PERRO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64066" y="2869808"/>
            <a:ext cx="6921339" cy="6258237"/>
            <a:chOff x="0" y="0"/>
            <a:chExt cx="1822904" cy="16482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22904" cy="1648260"/>
            </a:xfrm>
            <a:custGeom>
              <a:avLst/>
              <a:gdLst/>
              <a:ahLst/>
              <a:cxnLst/>
              <a:rect r="r" b="b" t="t" l="l"/>
              <a:pathLst>
                <a:path h="1648260" w="1822904">
                  <a:moveTo>
                    <a:pt x="0" y="0"/>
                  </a:moveTo>
                  <a:lnTo>
                    <a:pt x="1822904" y="0"/>
                  </a:lnTo>
                  <a:lnTo>
                    <a:pt x="1822904" y="1648260"/>
                  </a:lnTo>
                  <a:lnTo>
                    <a:pt x="0" y="1648260"/>
                  </a:lnTo>
                  <a:close/>
                </a:path>
              </a:pathLst>
            </a:custGeom>
            <a:ln w="85725" cap="sq">
              <a:solidFill>
                <a:srgbClr val="495C72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822904" cy="168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806011" y="1764476"/>
            <a:ext cx="3769702" cy="53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INICIAR SESIÓN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4609" y="709371"/>
            <a:ext cx="15798781" cy="156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ELIGE UN TIPO DE USUARIO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2018" y="9013744"/>
            <a:ext cx="17743965" cy="1035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0"/>
              </a:lnSpc>
            </a:pPr>
            <a:r>
              <a:rPr lang="en-US" b="true" sz="61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YA NO PODRAS CAMBIAR DE TIPO DE USUARIO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-16329" t="-35233" r="-8141" b="-51472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45499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2334809">
            <a:off x="3693114" y="-837428"/>
            <a:ext cx="18197274" cy="19568890"/>
            <a:chOff x="0" y="0"/>
            <a:chExt cx="812800" cy="8740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74065"/>
            </a:xfrm>
            <a:custGeom>
              <a:avLst/>
              <a:gdLst/>
              <a:ahLst/>
              <a:cxnLst/>
              <a:rect r="r" b="b" t="t" l="l"/>
              <a:pathLst>
                <a:path h="874065" w="812800">
                  <a:moveTo>
                    <a:pt x="406400" y="0"/>
                  </a:moveTo>
                  <a:lnTo>
                    <a:pt x="812800" y="874065"/>
                  </a:lnTo>
                  <a:lnTo>
                    <a:pt x="0" y="874065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30000"/>
                  </a:srgbClr>
                </a:gs>
                <a:gs pos="100000">
                  <a:srgbClr val="FFFFFF">
                    <a:alpha val="3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367716"/>
              <a:ext cx="558800" cy="443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H="true">
            <a:off x="2831135" y="2973588"/>
            <a:ext cx="0" cy="7313412"/>
          </a:xfrm>
          <a:prstGeom prst="line">
            <a:avLst/>
          </a:prstGeom>
          <a:ln cap="flat" w="1714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-47241" y="2973588"/>
            <a:ext cx="18682582" cy="0"/>
          </a:xfrm>
          <a:prstGeom prst="line">
            <a:avLst/>
          </a:prstGeom>
          <a:ln cap="flat" w="1714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3496886" y="3961826"/>
            <a:ext cx="9878415" cy="469535"/>
            <a:chOff x="0" y="0"/>
            <a:chExt cx="2601722" cy="1236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01722" cy="123664"/>
            </a:xfrm>
            <a:custGeom>
              <a:avLst/>
              <a:gdLst/>
              <a:ahLst/>
              <a:cxnLst/>
              <a:rect r="r" b="b" t="t" l="l"/>
              <a:pathLst>
                <a:path h="123664" w="2601722">
                  <a:moveTo>
                    <a:pt x="13323" y="0"/>
                  </a:moveTo>
                  <a:lnTo>
                    <a:pt x="2588399" y="0"/>
                  </a:lnTo>
                  <a:cubicBezTo>
                    <a:pt x="2591933" y="0"/>
                    <a:pt x="2595321" y="1404"/>
                    <a:pt x="2597820" y="3902"/>
                  </a:cubicBezTo>
                  <a:cubicBezTo>
                    <a:pt x="2600319" y="6401"/>
                    <a:pt x="2601722" y="9790"/>
                    <a:pt x="2601722" y="13323"/>
                  </a:cubicBezTo>
                  <a:lnTo>
                    <a:pt x="2601722" y="110340"/>
                  </a:lnTo>
                  <a:cubicBezTo>
                    <a:pt x="2601722" y="113874"/>
                    <a:pt x="2600319" y="117263"/>
                    <a:pt x="2597820" y="119761"/>
                  </a:cubicBezTo>
                  <a:cubicBezTo>
                    <a:pt x="2595321" y="122260"/>
                    <a:pt x="2591933" y="123664"/>
                    <a:pt x="2588399" y="123664"/>
                  </a:cubicBezTo>
                  <a:lnTo>
                    <a:pt x="13323" y="123664"/>
                  </a:lnTo>
                  <a:cubicBezTo>
                    <a:pt x="5965" y="123664"/>
                    <a:pt x="0" y="117699"/>
                    <a:pt x="0" y="110340"/>
                  </a:cubicBezTo>
                  <a:lnTo>
                    <a:pt x="0" y="13323"/>
                  </a:lnTo>
                  <a:cubicBezTo>
                    <a:pt x="0" y="9790"/>
                    <a:pt x="1404" y="6401"/>
                    <a:pt x="3902" y="3902"/>
                  </a:cubicBezTo>
                  <a:cubicBezTo>
                    <a:pt x="6401" y="1404"/>
                    <a:pt x="9790" y="0"/>
                    <a:pt x="13323" y="0"/>
                  </a:cubicBezTo>
                  <a:close/>
                </a:path>
              </a:pathLst>
            </a:custGeom>
            <a:solidFill>
              <a:srgbClr val="495C7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01722" cy="161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496886" y="5143500"/>
            <a:ext cx="9878415" cy="469535"/>
            <a:chOff x="0" y="0"/>
            <a:chExt cx="2601722" cy="1236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01722" cy="123664"/>
            </a:xfrm>
            <a:custGeom>
              <a:avLst/>
              <a:gdLst/>
              <a:ahLst/>
              <a:cxnLst/>
              <a:rect r="r" b="b" t="t" l="l"/>
              <a:pathLst>
                <a:path h="123664" w="2601722">
                  <a:moveTo>
                    <a:pt x="13323" y="0"/>
                  </a:moveTo>
                  <a:lnTo>
                    <a:pt x="2588399" y="0"/>
                  </a:lnTo>
                  <a:cubicBezTo>
                    <a:pt x="2591933" y="0"/>
                    <a:pt x="2595321" y="1404"/>
                    <a:pt x="2597820" y="3902"/>
                  </a:cubicBezTo>
                  <a:cubicBezTo>
                    <a:pt x="2600319" y="6401"/>
                    <a:pt x="2601722" y="9790"/>
                    <a:pt x="2601722" y="13323"/>
                  </a:cubicBezTo>
                  <a:lnTo>
                    <a:pt x="2601722" y="110340"/>
                  </a:lnTo>
                  <a:cubicBezTo>
                    <a:pt x="2601722" y="113874"/>
                    <a:pt x="2600319" y="117263"/>
                    <a:pt x="2597820" y="119761"/>
                  </a:cubicBezTo>
                  <a:cubicBezTo>
                    <a:pt x="2595321" y="122260"/>
                    <a:pt x="2591933" y="123664"/>
                    <a:pt x="2588399" y="123664"/>
                  </a:cubicBezTo>
                  <a:lnTo>
                    <a:pt x="13323" y="123664"/>
                  </a:lnTo>
                  <a:cubicBezTo>
                    <a:pt x="5965" y="123664"/>
                    <a:pt x="0" y="117699"/>
                    <a:pt x="0" y="110340"/>
                  </a:cubicBezTo>
                  <a:lnTo>
                    <a:pt x="0" y="13323"/>
                  </a:lnTo>
                  <a:cubicBezTo>
                    <a:pt x="0" y="9790"/>
                    <a:pt x="1404" y="6401"/>
                    <a:pt x="3902" y="3902"/>
                  </a:cubicBezTo>
                  <a:cubicBezTo>
                    <a:pt x="6401" y="1404"/>
                    <a:pt x="9790" y="0"/>
                    <a:pt x="13323" y="0"/>
                  </a:cubicBezTo>
                  <a:close/>
                </a:path>
              </a:pathLst>
            </a:custGeom>
            <a:solidFill>
              <a:srgbClr val="495C7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601722" cy="161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496886" y="6327410"/>
            <a:ext cx="9878415" cy="469535"/>
            <a:chOff x="0" y="0"/>
            <a:chExt cx="2601722" cy="1236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01722" cy="123664"/>
            </a:xfrm>
            <a:custGeom>
              <a:avLst/>
              <a:gdLst/>
              <a:ahLst/>
              <a:cxnLst/>
              <a:rect r="r" b="b" t="t" l="l"/>
              <a:pathLst>
                <a:path h="123664" w="2601722">
                  <a:moveTo>
                    <a:pt x="13323" y="0"/>
                  </a:moveTo>
                  <a:lnTo>
                    <a:pt x="2588399" y="0"/>
                  </a:lnTo>
                  <a:cubicBezTo>
                    <a:pt x="2591933" y="0"/>
                    <a:pt x="2595321" y="1404"/>
                    <a:pt x="2597820" y="3902"/>
                  </a:cubicBezTo>
                  <a:cubicBezTo>
                    <a:pt x="2600319" y="6401"/>
                    <a:pt x="2601722" y="9790"/>
                    <a:pt x="2601722" y="13323"/>
                  </a:cubicBezTo>
                  <a:lnTo>
                    <a:pt x="2601722" y="110340"/>
                  </a:lnTo>
                  <a:cubicBezTo>
                    <a:pt x="2601722" y="113874"/>
                    <a:pt x="2600319" y="117263"/>
                    <a:pt x="2597820" y="119761"/>
                  </a:cubicBezTo>
                  <a:cubicBezTo>
                    <a:pt x="2595321" y="122260"/>
                    <a:pt x="2591933" y="123664"/>
                    <a:pt x="2588399" y="123664"/>
                  </a:cubicBezTo>
                  <a:lnTo>
                    <a:pt x="13323" y="123664"/>
                  </a:lnTo>
                  <a:cubicBezTo>
                    <a:pt x="5965" y="123664"/>
                    <a:pt x="0" y="117699"/>
                    <a:pt x="0" y="110340"/>
                  </a:cubicBezTo>
                  <a:lnTo>
                    <a:pt x="0" y="13323"/>
                  </a:lnTo>
                  <a:cubicBezTo>
                    <a:pt x="0" y="9790"/>
                    <a:pt x="1404" y="6401"/>
                    <a:pt x="3902" y="3902"/>
                  </a:cubicBezTo>
                  <a:cubicBezTo>
                    <a:pt x="6401" y="1404"/>
                    <a:pt x="9790" y="0"/>
                    <a:pt x="13323" y="0"/>
                  </a:cubicBezTo>
                  <a:close/>
                </a:path>
              </a:pathLst>
            </a:custGeom>
            <a:solidFill>
              <a:srgbClr val="495C7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601722" cy="161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567621" y="7568471"/>
            <a:ext cx="9878415" cy="469535"/>
            <a:chOff x="0" y="0"/>
            <a:chExt cx="2601722" cy="1236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01722" cy="123664"/>
            </a:xfrm>
            <a:custGeom>
              <a:avLst/>
              <a:gdLst/>
              <a:ahLst/>
              <a:cxnLst/>
              <a:rect r="r" b="b" t="t" l="l"/>
              <a:pathLst>
                <a:path h="123664" w="2601722">
                  <a:moveTo>
                    <a:pt x="13323" y="0"/>
                  </a:moveTo>
                  <a:lnTo>
                    <a:pt x="2588399" y="0"/>
                  </a:lnTo>
                  <a:cubicBezTo>
                    <a:pt x="2591933" y="0"/>
                    <a:pt x="2595321" y="1404"/>
                    <a:pt x="2597820" y="3902"/>
                  </a:cubicBezTo>
                  <a:cubicBezTo>
                    <a:pt x="2600319" y="6401"/>
                    <a:pt x="2601722" y="9790"/>
                    <a:pt x="2601722" y="13323"/>
                  </a:cubicBezTo>
                  <a:lnTo>
                    <a:pt x="2601722" y="110340"/>
                  </a:lnTo>
                  <a:cubicBezTo>
                    <a:pt x="2601722" y="113874"/>
                    <a:pt x="2600319" y="117263"/>
                    <a:pt x="2597820" y="119761"/>
                  </a:cubicBezTo>
                  <a:cubicBezTo>
                    <a:pt x="2595321" y="122260"/>
                    <a:pt x="2591933" y="123664"/>
                    <a:pt x="2588399" y="123664"/>
                  </a:cubicBezTo>
                  <a:lnTo>
                    <a:pt x="13323" y="123664"/>
                  </a:lnTo>
                  <a:cubicBezTo>
                    <a:pt x="5965" y="123664"/>
                    <a:pt x="0" y="117699"/>
                    <a:pt x="0" y="110340"/>
                  </a:cubicBezTo>
                  <a:lnTo>
                    <a:pt x="0" y="13323"/>
                  </a:lnTo>
                  <a:cubicBezTo>
                    <a:pt x="0" y="9790"/>
                    <a:pt x="1404" y="6401"/>
                    <a:pt x="3902" y="3902"/>
                  </a:cubicBezTo>
                  <a:cubicBezTo>
                    <a:pt x="6401" y="1404"/>
                    <a:pt x="9790" y="0"/>
                    <a:pt x="13323" y="0"/>
                  </a:cubicBezTo>
                  <a:close/>
                </a:path>
              </a:pathLst>
            </a:custGeom>
            <a:solidFill>
              <a:srgbClr val="495C7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601722" cy="161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77522" y="3673923"/>
            <a:ext cx="3547103" cy="3547103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>
                <a:alphaModFix amt="42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806011" y="1764476"/>
            <a:ext cx="3769702" cy="53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INICIAR SESIÓN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92012" y="1193031"/>
            <a:ext cx="8765706" cy="156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CREAR CUENTA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465741" y="3493265"/>
            <a:ext cx="345254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Nombre/s: (Max 20 caracteres)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567621" y="4606773"/>
            <a:ext cx="34313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Apellido/s: (Max 20 caracteres)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567621" y="5784485"/>
            <a:ext cx="221118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Correo electrónico: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567621" y="7002051"/>
            <a:ext cx="436093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Contraseña: (Min 8, Max 20 caracteres)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246120" y="3208150"/>
            <a:ext cx="265918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Foto de perfil (opcional)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214239" y="5055053"/>
            <a:ext cx="147366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Subir archivo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322595" y="8713045"/>
            <a:ext cx="3753897" cy="692236"/>
            <a:chOff x="0" y="0"/>
            <a:chExt cx="988681" cy="18231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88681" cy="182317"/>
            </a:xfrm>
            <a:custGeom>
              <a:avLst/>
              <a:gdLst/>
              <a:ahLst/>
              <a:cxnLst/>
              <a:rect r="r" b="b" t="t" l="l"/>
              <a:pathLst>
                <a:path h="182317" w="988681">
                  <a:moveTo>
                    <a:pt x="35060" y="0"/>
                  </a:moveTo>
                  <a:lnTo>
                    <a:pt x="953621" y="0"/>
                  </a:lnTo>
                  <a:cubicBezTo>
                    <a:pt x="972984" y="0"/>
                    <a:pt x="988681" y="15697"/>
                    <a:pt x="988681" y="35060"/>
                  </a:cubicBezTo>
                  <a:lnTo>
                    <a:pt x="988681" y="147257"/>
                  </a:lnTo>
                  <a:cubicBezTo>
                    <a:pt x="988681" y="166620"/>
                    <a:pt x="972984" y="182317"/>
                    <a:pt x="953621" y="182317"/>
                  </a:cubicBezTo>
                  <a:lnTo>
                    <a:pt x="35060" y="182317"/>
                  </a:lnTo>
                  <a:cubicBezTo>
                    <a:pt x="25762" y="182317"/>
                    <a:pt x="16844" y="178623"/>
                    <a:pt x="10269" y="172048"/>
                  </a:cubicBezTo>
                  <a:cubicBezTo>
                    <a:pt x="3694" y="165473"/>
                    <a:pt x="0" y="156556"/>
                    <a:pt x="0" y="147257"/>
                  </a:cubicBezTo>
                  <a:lnTo>
                    <a:pt x="0" y="35060"/>
                  </a:lnTo>
                  <a:cubicBezTo>
                    <a:pt x="0" y="15697"/>
                    <a:pt x="15697" y="0"/>
                    <a:pt x="35060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88681" cy="229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ENVIAR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16329" t="-35233" r="-8141" b="-51472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45499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056196" y="2316509"/>
            <a:ext cx="2852640" cy="285264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86857" y="2316509"/>
            <a:ext cx="2852640" cy="285264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33333" t="0" r="-3333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35907" y="2316509"/>
            <a:ext cx="2852640" cy="28526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0" t="-12015" r="0" b="-1201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323749" y="2316509"/>
            <a:ext cx="2852640" cy="285264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0" t="-25046" r="0" b="-2504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056196" y="7606989"/>
            <a:ext cx="2852640" cy="285264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-49685" t="0" r="-49685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435907" y="7651275"/>
            <a:ext cx="2852640" cy="285264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-14583" t="0" r="-14583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30994" y="7651275"/>
            <a:ext cx="2852640" cy="285264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0"/>
              <a:stretch>
                <a:fillRect l="-12500" t="0" r="-1250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207180" y="7606989"/>
            <a:ext cx="2852640" cy="285264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60316" y="6177272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43305" y="6177272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323749" y="6177272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AutoShape 27" id="27"/>
          <p:cNvSpPr/>
          <p:nvPr/>
        </p:nvSpPr>
        <p:spPr>
          <a:xfrm flipV="true">
            <a:off x="2593673" y="6092439"/>
            <a:ext cx="15004310" cy="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 flipV="true">
            <a:off x="2593144" y="1680971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 flipV="true">
            <a:off x="6289837" y="1680968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2675141" y="6177272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AutoShape 31" id="31"/>
          <p:cNvSpPr/>
          <p:nvPr/>
        </p:nvSpPr>
        <p:spPr>
          <a:xfrm flipH="true" flipV="true">
            <a:off x="9987173" y="1680966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668488" y="1707589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H="true" flipV="true">
            <a:off x="17597454" y="1680964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3360300" y="1642871"/>
            <a:ext cx="220617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PLOKM22290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B01E14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820473" y="803264"/>
            <a:ext cx="18546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ANÓNIMO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06054" y="1107721"/>
            <a:ext cx="18546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INICIAR SESIÓN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013967" y="524821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MAX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05105" y="527392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OIKOS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435907" y="527392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CALADRY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279148" y="524821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CALAMINA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138621" y="7070731"/>
            <a:ext cx="202243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JUIOP34567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444533" y="7047135"/>
            <a:ext cx="19949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KIOPJ49345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677150" y="7047135"/>
            <a:ext cx="237015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HUWQW91002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508022" y="7070731"/>
            <a:ext cx="225095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AAOOQ12312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101164" y="1669489"/>
            <a:ext cx="21965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ASDHU34898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780945" y="1669489"/>
            <a:ext cx="213514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KIHNH49593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673365" y="1642871"/>
            <a:ext cx="215340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LLOOP33442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13"/>
              <a:stretch>
                <a:fillRect l="-18728" t="-39491" r="-12496" b="-57345"/>
              </a:stretch>
            </a:blip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1390802" y="721069"/>
            <a:ext cx="17194861" cy="11662838"/>
          </a:xfrm>
          <a:custGeom>
            <a:avLst/>
            <a:gdLst/>
            <a:ahLst/>
            <a:cxnLst/>
            <a:rect r="r" b="b" t="t" l="l"/>
            <a:pathLst>
              <a:path h="11662838" w="17194861">
                <a:moveTo>
                  <a:pt x="0" y="0"/>
                </a:moveTo>
                <a:lnTo>
                  <a:pt x="17194861" y="0"/>
                </a:lnTo>
                <a:lnTo>
                  <a:pt x="17194861" y="11662838"/>
                </a:lnTo>
                <a:lnTo>
                  <a:pt x="0" y="11662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6000"/>
            </a:blip>
            <a:stretch>
              <a:fillRect l="-20582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-299973" y="753853"/>
            <a:ext cx="3654684" cy="10109787"/>
            <a:chOff x="0" y="0"/>
            <a:chExt cx="962551" cy="26626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62551" cy="2662660"/>
            </a:xfrm>
            <a:custGeom>
              <a:avLst/>
              <a:gdLst/>
              <a:ahLst/>
              <a:cxnLst/>
              <a:rect r="r" b="b" t="t" l="l"/>
              <a:pathLst>
                <a:path h="2662660" w="962551">
                  <a:moveTo>
                    <a:pt x="0" y="0"/>
                  </a:moveTo>
                  <a:lnTo>
                    <a:pt x="962551" y="0"/>
                  </a:lnTo>
                  <a:lnTo>
                    <a:pt x="962551" y="2662660"/>
                  </a:lnTo>
                  <a:lnTo>
                    <a:pt x="0" y="26626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62551" cy="2700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5918" y="906825"/>
            <a:ext cx="848485" cy="848485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3"/>
              <a:stretch>
                <a:fillRect l="-16329" t="-35233" r="-8141" b="-51472"/>
              </a:stretch>
            </a:blip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1128856" y="1292967"/>
            <a:ext cx="18546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INICIAR SESIÓN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58331" y="1007852"/>
            <a:ext cx="18546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ANÓNIMO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311836" y="2155360"/>
            <a:ext cx="294765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Buscar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mascotas perdidas por No. de RUAC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311836" y="3083089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8B6FF"/>
                </a:solidFill>
                <a:latin typeface="Open Sans"/>
                <a:ea typeface="Open Sans"/>
                <a:cs typeface="Open Sans"/>
                <a:sym typeface="Open Sans"/>
              </a:rPr>
              <a:t>Ver</a:t>
            </a:r>
            <a:r>
              <a:rPr lang="en-US" sz="1899">
                <a:solidFill>
                  <a:srgbClr val="38B6FF"/>
                </a:solidFill>
                <a:latin typeface="Open Sans"/>
                <a:ea typeface="Open Sans"/>
                <a:cs typeface="Open Sans"/>
                <a:sym typeface="Open Sans"/>
              </a:rPr>
              <a:t> todos los boletines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45499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056196" y="2316509"/>
            <a:ext cx="2852640" cy="285264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86857" y="2316509"/>
            <a:ext cx="2852640" cy="285264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33333" t="0" r="-3333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35907" y="2316509"/>
            <a:ext cx="2852640" cy="28526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0" t="-12015" r="0" b="-1201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323749" y="2316509"/>
            <a:ext cx="2852640" cy="285264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0" t="-25046" r="0" b="-2504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056196" y="7606989"/>
            <a:ext cx="2852640" cy="285264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-49685" t="0" r="-49685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435907" y="7651275"/>
            <a:ext cx="2852640" cy="285264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-14583" t="0" r="-14583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30994" y="7651275"/>
            <a:ext cx="2852640" cy="285264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0"/>
              <a:stretch>
                <a:fillRect l="-12500" t="0" r="-1250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207180" y="7606989"/>
            <a:ext cx="2852640" cy="285264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60316" y="6177272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43305" y="6177272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323749" y="6177272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AutoShape 27" id="27"/>
          <p:cNvSpPr/>
          <p:nvPr/>
        </p:nvSpPr>
        <p:spPr>
          <a:xfrm flipV="true">
            <a:off x="2593673" y="6092439"/>
            <a:ext cx="15004310" cy="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 flipV="true">
            <a:off x="2593144" y="1680971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 flipV="true">
            <a:off x="6289837" y="1680968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2675141" y="6177272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AutoShape 31" id="31"/>
          <p:cNvSpPr/>
          <p:nvPr/>
        </p:nvSpPr>
        <p:spPr>
          <a:xfrm flipH="true" flipV="true">
            <a:off x="9987173" y="1680966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668488" y="1707589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H="true" flipV="true">
            <a:off x="17597454" y="1680964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3360300" y="1642871"/>
            <a:ext cx="220617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PLOKM22290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B01E14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3017937" y="7627965"/>
            <a:ext cx="2890900" cy="2902576"/>
          </a:xfrm>
          <a:custGeom>
            <a:avLst/>
            <a:gdLst/>
            <a:ahLst/>
            <a:cxnLst/>
            <a:rect r="r" b="b" t="t" l="l"/>
            <a:pathLst>
              <a:path h="2902576" w="2890900">
                <a:moveTo>
                  <a:pt x="0" y="0"/>
                </a:moveTo>
                <a:lnTo>
                  <a:pt x="2890900" y="0"/>
                </a:lnTo>
                <a:lnTo>
                  <a:pt x="2890900" y="2902575"/>
                </a:lnTo>
                <a:lnTo>
                  <a:pt x="0" y="2902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6000"/>
            </a:blip>
            <a:stretch>
              <a:fillRect l="-125085" t="-115313" r="-15924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820473" y="803264"/>
            <a:ext cx="18546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ANÓNIMO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06054" y="1107721"/>
            <a:ext cx="18546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INICIAR SESIÓN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0435907" y="7627965"/>
            <a:ext cx="2890900" cy="2902576"/>
          </a:xfrm>
          <a:custGeom>
            <a:avLst/>
            <a:gdLst/>
            <a:ahLst/>
            <a:cxnLst/>
            <a:rect r="r" b="b" t="t" l="l"/>
            <a:pathLst>
              <a:path h="2902576" w="2890900">
                <a:moveTo>
                  <a:pt x="0" y="0"/>
                </a:moveTo>
                <a:lnTo>
                  <a:pt x="2890900" y="0"/>
                </a:lnTo>
                <a:lnTo>
                  <a:pt x="2890900" y="2902575"/>
                </a:lnTo>
                <a:lnTo>
                  <a:pt x="0" y="2902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6000"/>
            </a:blip>
            <a:stretch>
              <a:fillRect l="-125085" t="-115313" r="-15924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3013967" y="524821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MAX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705105" y="527392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OIKOS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35907" y="527392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CALADRY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279148" y="524821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CALAMINA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138621" y="7070731"/>
            <a:ext cx="202243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JUIOP34567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444533" y="7047135"/>
            <a:ext cx="19949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KIOPJ49345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677150" y="7047135"/>
            <a:ext cx="237015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HUWQW91002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508022" y="7070731"/>
            <a:ext cx="225095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AAOOQ12312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101164" y="1669489"/>
            <a:ext cx="21965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ASDHU34898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780945" y="1669489"/>
            <a:ext cx="213514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KIHNH49593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673365" y="1642871"/>
            <a:ext cx="215340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LLOOP33442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18305" y="2278409"/>
            <a:ext cx="11175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Filtrar por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60475" y="2937348"/>
            <a:ext cx="2267190" cy="469535"/>
            <a:chOff x="0" y="0"/>
            <a:chExt cx="597120" cy="12366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97120" cy="123664"/>
            </a:xfrm>
            <a:custGeom>
              <a:avLst/>
              <a:gdLst/>
              <a:ahLst/>
              <a:cxnLst/>
              <a:rect r="r" b="b" t="t" l="l"/>
              <a:pathLst>
                <a:path h="123664" w="597120">
                  <a:moveTo>
                    <a:pt x="58051" y="0"/>
                  </a:moveTo>
                  <a:lnTo>
                    <a:pt x="539069" y="0"/>
                  </a:lnTo>
                  <a:cubicBezTo>
                    <a:pt x="554465" y="0"/>
                    <a:pt x="569231" y="6116"/>
                    <a:pt x="580117" y="17003"/>
                  </a:cubicBezTo>
                  <a:cubicBezTo>
                    <a:pt x="591004" y="27889"/>
                    <a:pt x="597120" y="42655"/>
                    <a:pt x="597120" y="58051"/>
                  </a:cubicBezTo>
                  <a:lnTo>
                    <a:pt x="597120" y="65613"/>
                  </a:lnTo>
                  <a:cubicBezTo>
                    <a:pt x="597120" y="81009"/>
                    <a:pt x="591004" y="95774"/>
                    <a:pt x="580117" y="106661"/>
                  </a:cubicBezTo>
                  <a:cubicBezTo>
                    <a:pt x="569231" y="117548"/>
                    <a:pt x="554465" y="123664"/>
                    <a:pt x="539069" y="123664"/>
                  </a:cubicBezTo>
                  <a:lnTo>
                    <a:pt x="58051" y="123664"/>
                  </a:lnTo>
                  <a:cubicBezTo>
                    <a:pt x="25990" y="123664"/>
                    <a:pt x="0" y="97673"/>
                    <a:pt x="0" y="65613"/>
                  </a:cubicBezTo>
                  <a:lnTo>
                    <a:pt x="0" y="58051"/>
                  </a:lnTo>
                  <a:cubicBezTo>
                    <a:pt x="0" y="42655"/>
                    <a:pt x="6116" y="27889"/>
                    <a:pt x="17003" y="17003"/>
                  </a:cubicBezTo>
                  <a:cubicBezTo>
                    <a:pt x="27889" y="6116"/>
                    <a:pt x="42655" y="0"/>
                    <a:pt x="58051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597120" cy="161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RAZA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0475" y="6879440"/>
            <a:ext cx="2267190" cy="469535"/>
            <a:chOff x="0" y="0"/>
            <a:chExt cx="597120" cy="12366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97120" cy="123664"/>
            </a:xfrm>
            <a:custGeom>
              <a:avLst/>
              <a:gdLst/>
              <a:ahLst/>
              <a:cxnLst/>
              <a:rect r="r" b="b" t="t" l="l"/>
              <a:pathLst>
                <a:path h="123664" w="597120">
                  <a:moveTo>
                    <a:pt x="58051" y="0"/>
                  </a:moveTo>
                  <a:lnTo>
                    <a:pt x="539069" y="0"/>
                  </a:lnTo>
                  <a:cubicBezTo>
                    <a:pt x="554465" y="0"/>
                    <a:pt x="569231" y="6116"/>
                    <a:pt x="580117" y="17003"/>
                  </a:cubicBezTo>
                  <a:cubicBezTo>
                    <a:pt x="591004" y="27889"/>
                    <a:pt x="597120" y="42655"/>
                    <a:pt x="597120" y="58051"/>
                  </a:cubicBezTo>
                  <a:lnTo>
                    <a:pt x="597120" y="65613"/>
                  </a:lnTo>
                  <a:cubicBezTo>
                    <a:pt x="597120" y="81009"/>
                    <a:pt x="591004" y="95774"/>
                    <a:pt x="580117" y="106661"/>
                  </a:cubicBezTo>
                  <a:cubicBezTo>
                    <a:pt x="569231" y="117548"/>
                    <a:pt x="554465" y="123664"/>
                    <a:pt x="539069" y="123664"/>
                  </a:cubicBezTo>
                  <a:lnTo>
                    <a:pt x="58051" y="123664"/>
                  </a:lnTo>
                  <a:cubicBezTo>
                    <a:pt x="25990" y="123664"/>
                    <a:pt x="0" y="97673"/>
                    <a:pt x="0" y="65613"/>
                  </a:cubicBezTo>
                  <a:lnTo>
                    <a:pt x="0" y="58051"/>
                  </a:lnTo>
                  <a:cubicBezTo>
                    <a:pt x="0" y="42655"/>
                    <a:pt x="6116" y="27889"/>
                    <a:pt x="17003" y="17003"/>
                  </a:cubicBezTo>
                  <a:cubicBezTo>
                    <a:pt x="27889" y="6116"/>
                    <a:pt x="42655" y="0"/>
                    <a:pt x="58051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597120" cy="161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RECOMPENSA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55918" y="4130619"/>
            <a:ext cx="2267190" cy="469535"/>
            <a:chOff x="0" y="0"/>
            <a:chExt cx="597120" cy="1236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97120" cy="123664"/>
            </a:xfrm>
            <a:custGeom>
              <a:avLst/>
              <a:gdLst/>
              <a:ahLst/>
              <a:cxnLst/>
              <a:rect r="r" b="b" t="t" l="l"/>
              <a:pathLst>
                <a:path h="123664" w="597120">
                  <a:moveTo>
                    <a:pt x="58051" y="0"/>
                  </a:moveTo>
                  <a:lnTo>
                    <a:pt x="539069" y="0"/>
                  </a:lnTo>
                  <a:cubicBezTo>
                    <a:pt x="554465" y="0"/>
                    <a:pt x="569231" y="6116"/>
                    <a:pt x="580117" y="17003"/>
                  </a:cubicBezTo>
                  <a:cubicBezTo>
                    <a:pt x="591004" y="27889"/>
                    <a:pt x="597120" y="42655"/>
                    <a:pt x="597120" y="58051"/>
                  </a:cubicBezTo>
                  <a:lnTo>
                    <a:pt x="597120" y="65613"/>
                  </a:lnTo>
                  <a:cubicBezTo>
                    <a:pt x="597120" y="81009"/>
                    <a:pt x="591004" y="95774"/>
                    <a:pt x="580117" y="106661"/>
                  </a:cubicBezTo>
                  <a:cubicBezTo>
                    <a:pt x="569231" y="117548"/>
                    <a:pt x="554465" y="123664"/>
                    <a:pt x="539069" y="123664"/>
                  </a:cubicBezTo>
                  <a:lnTo>
                    <a:pt x="58051" y="123664"/>
                  </a:lnTo>
                  <a:cubicBezTo>
                    <a:pt x="25990" y="123664"/>
                    <a:pt x="0" y="97673"/>
                    <a:pt x="0" y="65613"/>
                  </a:cubicBezTo>
                  <a:lnTo>
                    <a:pt x="0" y="58051"/>
                  </a:lnTo>
                  <a:cubicBezTo>
                    <a:pt x="0" y="42655"/>
                    <a:pt x="6116" y="27889"/>
                    <a:pt x="17003" y="17003"/>
                  </a:cubicBezTo>
                  <a:cubicBezTo>
                    <a:pt x="27889" y="6116"/>
                    <a:pt x="42655" y="0"/>
                    <a:pt x="58051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597120" cy="161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TAMAÑO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60475" y="5505029"/>
            <a:ext cx="2267190" cy="469535"/>
            <a:chOff x="0" y="0"/>
            <a:chExt cx="597120" cy="1236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97120" cy="123664"/>
            </a:xfrm>
            <a:custGeom>
              <a:avLst/>
              <a:gdLst/>
              <a:ahLst/>
              <a:cxnLst/>
              <a:rect r="r" b="b" t="t" l="l"/>
              <a:pathLst>
                <a:path h="123664" w="597120">
                  <a:moveTo>
                    <a:pt x="58051" y="0"/>
                  </a:moveTo>
                  <a:lnTo>
                    <a:pt x="539069" y="0"/>
                  </a:lnTo>
                  <a:cubicBezTo>
                    <a:pt x="554465" y="0"/>
                    <a:pt x="569231" y="6116"/>
                    <a:pt x="580117" y="17003"/>
                  </a:cubicBezTo>
                  <a:cubicBezTo>
                    <a:pt x="591004" y="27889"/>
                    <a:pt x="597120" y="42655"/>
                    <a:pt x="597120" y="58051"/>
                  </a:cubicBezTo>
                  <a:lnTo>
                    <a:pt x="597120" y="65613"/>
                  </a:lnTo>
                  <a:cubicBezTo>
                    <a:pt x="597120" y="81009"/>
                    <a:pt x="591004" y="95774"/>
                    <a:pt x="580117" y="106661"/>
                  </a:cubicBezTo>
                  <a:cubicBezTo>
                    <a:pt x="569231" y="117548"/>
                    <a:pt x="554465" y="123664"/>
                    <a:pt x="539069" y="123664"/>
                  </a:cubicBezTo>
                  <a:lnTo>
                    <a:pt x="58051" y="123664"/>
                  </a:lnTo>
                  <a:cubicBezTo>
                    <a:pt x="25990" y="123664"/>
                    <a:pt x="0" y="97673"/>
                    <a:pt x="0" y="65613"/>
                  </a:cubicBezTo>
                  <a:lnTo>
                    <a:pt x="0" y="58051"/>
                  </a:lnTo>
                  <a:cubicBezTo>
                    <a:pt x="0" y="42655"/>
                    <a:pt x="6116" y="27889"/>
                    <a:pt x="17003" y="17003"/>
                  </a:cubicBezTo>
                  <a:cubicBezTo>
                    <a:pt x="27889" y="6116"/>
                    <a:pt x="42655" y="0"/>
                    <a:pt x="58051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97120" cy="161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CERCA DE MI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4"/>
              <a:stretch>
                <a:fillRect l="-16329" t="-35233" r="-8141" b="-51472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14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45499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056196" y="2316509"/>
            <a:ext cx="2852640" cy="285264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86857" y="2316509"/>
            <a:ext cx="2852640" cy="285264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33333" t="0" r="-3333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35907" y="2316509"/>
            <a:ext cx="2852640" cy="28526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0" t="-12015" r="0" b="-1201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323749" y="2316509"/>
            <a:ext cx="2852640" cy="285264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0" t="-25046" r="0" b="-2504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056196" y="7606989"/>
            <a:ext cx="2852640" cy="285264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-49685" t="0" r="-49685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435907" y="7651275"/>
            <a:ext cx="2852640" cy="285264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-14583" t="0" r="-14583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30994" y="7651275"/>
            <a:ext cx="2852640" cy="285264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0"/>
              <a:stretch>
                <a:fillRect l="-12500" t="0" r="-1250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207180" y="7606989"/>
            <a:ext cx="2852640" cy="285264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60316" y="6177272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43305" y="6177272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323749" y="6177272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AutoShape 27" id="27"/>
          <p:cNvSpPr/>
          <p:nvPr/>
        </p:nvSpPr>
        <p:spPr>
          <a:xfrm flipV="true">
            <a:off x="2593673" y="6092439"/>
            <a:ext cx="15004310" cy="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 flipV="true">
            <a:off x="2593144" y="1680971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 flipV="true">
            <a:off x="6289837" y="1680968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2675141" y="6177272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AutoShape 31" id="31"/>
          <p:cNvSpPr/>
          <p:nvPr/>
        </p:nvSpPr>
        <p:spPr>
          <a:xfrm flipH="true" flipV="true">
            <a:off x="9987173" y="1680966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668488" y="1707589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H="true" flipV="true">
            <a:off x="17597454" y="1680964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3360300" y="1642871"/>
            <a:ext cx="220617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PLOKM22290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B01E14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3017937" y="7627965"/>
            <a:ext cx="2890900" cy="2902576"/>
          </a:xfrm>
          <a:custGeom>
            <a:avLst/>
            <a:gdLst/>
            <a:ahLst/>
            <a:cxnLst/>
            <a:rect r="r" b="b" t="t" l="l"/>
            <a:pathLst>
              <a:path h="2902576" w="2890900">
                <a:moveTo>
                  <a:pt x="0" y="0"/>
                </a:moveTo>
                <a:lnTo>
                  <a:pt x="2890900" y="0"/>
                </a:lnTo>
                <a:lnTo>
                  <a:pt x="2890900" y="2902575"/>
                </a:lnTo>
                <a:lnTo>
                  <a:pt x="0" y="2902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6000"/>
            </a:blip>
            <a:stretch>
              <a:fillRect l="-125085" t="-115313" r="-15924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3"/>
              <a:stretch>
                <a:fillRect l="0" t="-4237" r="0" b="-4237"/>
              </a:stretch>
            </a:blip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10435907" y="7627965"/>
            <a:ext cx="2890900" cy="2902576"/>
          </a:xfrm>
          <a:custGeom>
            <a:avLst/>
            <a:gdLst/>
            <a:ahLst/>
            <a:cxnLst/>
            <a:rect r="r" b="b" t="t" l="l"/>
            <a:pathLst>
              <a:path h="2902576" w="2890900">
                <a:moveTo>
                  <a:pt x="0" y="0"/>
                </a:moveTo>
                <a:lnTo>
                  <a:pt x="2890900" y="0"/>
                </a:lnTo>
                <a:lnTo>
                  <a:pt x="2890900" y="2902575"/>
                </a:lnTo>
                <a:lnTo>
                  <a:pt x="0" y="2902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6000"/>
            </a:blip>
            <a:stretch>
              <a:fillRect l="-125085" t="-115313" r="-15924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3013967" y="524821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MAX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05105" y="527392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OIKOS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435907" y="527392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CALADRY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279148" y="524821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CALAMINA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138621" y="7070731"/>
            <a:ext cx="202243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JUIOP34567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444533" y="7047135"/>
            <a:ext cx="19949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KIOPJ49345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677150" y="7047135"/>
            <a:ext cx="237015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HUWQW91002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508022" y="7070731"/>
            <a:ext cx="225095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AAOOQ12312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101164" y="1669489"/>
            <a:ext cx="21965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ASDHU34898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780945" y="1669489"/>
            <a:ext cx="213514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KIHNH49593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673365" y="1642871"/>
            <a:ext cx="215340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LLOOP33442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18305" y="2278409"/>
            <a:ext cx="11175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Filtrar por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60475" y="2937348"/>
            <a:ext cx="2267190" cy="469535"/>
            <a:chOff x="0" y="0"/>
            <a:chExt cx="597120" cy="12366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97120" cy="123664"/>
            </a:xfrm>
            <a:custGeom>
              <a:avLst/>
              <a:gdLst/>
              <a:ahLst/>
              <a:cxnLst/>
              <a:rect r="r" b="b" t="t" l="l"/>
              <a:pathLst>
                <a:path h="123664" w="597120">
                  <a:moveTo>
                    <a:pt x="58051" y="0"/>
                  </a:moveTo>
                  <a:lnTo>
                    <a:pt x="539069" y="0"/>
                  </a:lnTo>
                  <a:cubicBezTo>
                    <a:pt x="554465" y="0"/>
                    <a:pt x="569231" y="6116"/>
                    <a:pt x="580117" y="17003"/>
                  </a:cubicBezTo>
                  <a:cubicBezTo>
                    <a:pt x="591004" y="27889"/>
                    <a:pt x="597120" y="42655"/>
                    <a:pt x="597120" y="58051"/>
                  </a:cubicBezTo>
                  <a:lnTo>
                    <a:pt x="597120" y="65613"/>
                  </a:lnTo>
                  <a:cubicBezTo>
                    <a:pt x="597120" y="81009"/>
                    <a:pt x="591004" y="95774"/>
                    <a:pt x="580117" y="106661"/>
                  </a:cubicBezTo>
                  <a:cubicBezTo>
                    <a:pt x="569231" y="117548"/>
                    <a:pt x="554465" y="123664"/>
                    <a:pt x="539069" y="123664"/>
                  </a:cubicBezTo>
                  <a:lnTo>
                    <a:pt x="58051" y="123664"/>
                  </a:lnTo>
                  <a:cubicBezTo>
                    <a:pt x="25990" y="123664"/>
                    <a:pt x="0" y="97673"/>
                    <a:pt x="0" y="65613"/>
                  </a:cubicBezTo>
                  <a:lnTo>
                    <a:pt x="0" y="58051"/>
                  </a:lnTo>
                  <a:cubicBezTo>
                    <a:pt x="0" y="42655"/>
                    <a:pt x="6116" y="27889"/>
                    <a:pt x="17003" y="17003"/>
                  </a:cubicBezTo>
                  <a:cubicBezTo>
                    <a:pt x="27889" y="6116"/>
                    <a:pt x="42655" y="0"/>
                    <a:pt x="58051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597120" cy="161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RAZA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0475" y="6879440"/>
            <a:ext cx="2267190" cy="469535"/>
            <a:chOff x="0" y="0"/>
            <a:chExt cx="597120" cy="1236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97120" cy="123664"/>
            </a:xfrm>
            <a:custGeom>
              <a:avLst/>
              <a:gdLst/>
              <a:ahLst/>
              <a:cxnLst/>
              <a:rect r="r" b="b" t="t" l="l"/>
              <a:pathLst>
                <a:path h="123664" w="597120">
                  <a:moveTo>
                    <a:pt x="58051" y="0"/>
                  </a:moveTo>
                  <a:lnTo>
                    <a:pt x="539069" y="0"/>
                  </a:lnTo>
                  <a:cubicBezTo>
                    <a:pt x="554465" y="0"/>
                    <a:pt x="569231" y="6116"/>
                    <a:pt x="580117" y="17003"/>
                  </a:cubicBezTo>
                  <a:cubicBezTo>
                    <a:pt x="591004" y="27889"/>
                    <a:pt x="597120" y="42655"/>
                    <a:pt x="597120" y="58051"/>
                  </a:cubicBezTo>
                  <a:lnTo>
                    <a:pt x="597120" y="65613"/>
                  </a:lnTo>
                  <a:cubicBezTo>
                    <a:pt x="597120" y="81009"/>
                    <a:pt x="591004" y="95774"/>
                    <a:pt x="580117" y="106661"/>
                  </a:cubicBezTo>
                  <a:cubicBezTo>
                    <a:pt x="569231" y="117548"/>
                    <a:pt x="554465" y="123664"/>
                    <a:pt x="539069" y="123664"/>
                  </a:cubicBezTo>
                  <a:lnTo>
                    <a:pt x="58051" y="123664"/>
                  </a:lnTo>
                  <a:cubicBezTo>
                    <a:pt x="25990" y="123664"/>
                    <a:pt x="0" y="97673"/>
                    <a:pt x="0" y="65613"/>
                  </a:cubicBezTo>
                  <a:lnTo>
                    <a:pt x="0" y="58051"/>
                  </a:lnTo>
                  <a:cubicBezTo>
                    <a:pt x="0" y="42655"/>
                    <a:pt x="6116" y="27889"/>
                    <a:pt x="17003" y="17003"/>
                  </a:cubicBezTo>
                  <a:cubicBezTo>
                    <a:pt x="27889" y="6116"/>
                    <a:pt x="42655" y="0"/>
                    <a:pt x="58051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597120" cy="161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RECOMPENSA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5918" y="4130619"/>
            <a:ext cx="2267190" cy="469535"/>
            <a:chOff x="0" y="0"/>
            <a:chExt cx="597120" cy="1236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97120" cy="123664"/>
            </a:xfrm>
            <a:custGeom>
              <a:avLst/>
              <a:gdLst/>
              <a:ahLst/>
              <a:cxnLst/>
              <a:rect r="r" b="b" t="t" l="l"/>
              <a:pathLst>
                <a:path h="123664" w="597120">
                  <a:moveTo>
                    <a:pt x="58051" y="0"/>
                  </a:moveTo>
                  <a:lnTo>
                    <a:pt x="539069" y="0"/>
                  </a:lnTo>
                  <a:cubicBezTo>
                    <a:pt x="554465" y="0"/>
                    <a:pt x="569231" y="6116"/>
                    <a:pt x="580117" y="17003"/>
                  </a:cubicBezTo>
                  <a:cubicBezTo>
                    <a:pt x="591004" y="27889"/>
                    <a:pt x="597120" y="42655"/>
                    <a:pt x="597120" y="58051"/>
                  </a:cubicBezTo>
                  <a:lnTo>
                    <a:pt x="597120" y="65613"/>
                  </a:lnTo>
                  <a:cubicBezTo>
                    <a:pt x="597120" y="81009"/>
                    <a:pt x="591004" y="95774"/>
                    <a:pt x="580117" y="106661"/>
                  </a:cubicBezTo>
                  <a:cubicBezTo>
                    <a:pt x="569231" y="117548"/>
                    <a:pt x="554465" y="123664"/>
                    <a:pt x="539069" y="123664"/>
                  </a:cubicBezTo>
                  <a:lnTo>
                    <a:pt x="58051" y="123664"/>
                  </a:lnTo>
                  <a:cubicBezTo>
                    <a:pt x="25990" y="123664"/>
                    <a:pt x="0" y="97673"/>
                    <a:pt x="0" y="65613"/>
                  </a:cubicBezTo>
                  <a:lnTo>
                    <a:pt x="0" y="58051"/>
                  </a:lnTo>
                  <a:cubicBezTo>
                    <a:pt x="0" y="42655"/>
                    <a:pt x="6116" y="27889"/>
                    <a:pt x="17003" y="17003"/>
                  </a:cubicBezTo>
                  <a:cubicBezTo>
                    <a:pt x="27889" y="6116"/>
                    <a:pt x="42655" y="0"/>
                    <a:pt x="58051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597120" cy="161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TAMAÑO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60475" y="5505029"/>
            <a:ext cx="2267190" cy="469535"/>
            <a:chOff x="0" y="0"/>
            <a:chExt cx="597120" cy="1236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97120" cy="123664"/>
            </a:xfrm>
            <a:custGeom>
              <a:avLst/>
              <a:gdLst/>
              <a:ahLst/>
              <a:cxnLst/>
              <a:rect r="r" b="b" t="t" l="l"/>
              <a:pathLst>
                <a:path h="123664" w="597120">
                  <a:moveTo>
                    <a:pt x="58051" y="0"/>
                  </a:moveTo>
                  <a:lnTo>
                    <a:pt x="539069" y="0"/>
                  </a:lnTo>
                  <a:cubicBezTo>
                    <a:pt x="554465" y="0"/>
                    <a:pt x="569231" y="6116"/>
                    <a:pt x="580117" y="17003"/>
                  </a:cubicBezTo>
                  <a:cubicBezTo>
                    <a:pt x="591004" y="27889"/>
                    <a:pt x="597120" y="42655"/>
                    <a:pt x="597120" y="58051"/>
                  </a:cubicBezTo>
                  <a:lnTo>
                    <a:pt x="597120" y="65613"/>
                  </a:lnTo>
                  <a:cubicBezTo>
                    <a:pt x="597120" y="81009"/>
                    <a:pt x="591004" y="95774"/>
                    <a:pt x="580117" y="106661"/>
                  </a:cubicBezTo>
                  <a:cubicBezTo>
                    <a:pt x="569231" y="117548"/>
                    <a:pt x="554465" y="123664"/>
                    <a:pt x="539069" y="123664"/>
                  </a:cubicBezTo>
                  <a:lnTo>
                    <a:pt x="58051" y="123664"/>
                  </a:lnTo>
                  <a:cubicBezTo>
                    <a:pt x="25990" y="123664"/>
                    <a:pt x="0" y="97673"/>
                    <a:pt x="0" y="65613"/>
                  </a:cubicBezTo>
                  <a:lnTo>
                    <a:pt x="0" y="58051"/>
                  </a:lnTo>
                  <a:cubicBezTo>
                    <a:pt x="0" y="42655"/>
                    <a:pt x="6116" y="27889"/>
                    <a:pt x="17003" y="17003"/>
                  </a:cubicBezTo>
                  <a:cubicBezTo>
                    <a:pt x="27889" y="6116"/>
                    <a:pt x="42655" y="0"/>
                    <a:pt x="58051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597120" cy="161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CERCA DE MI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OLIVER O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4"/>
              <a:stretch>
                <a:fillRect l="-16329" t="-35233" r="-8141" b="-51472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14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45499" y="1548568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056196" y="2316509"/>
            <a:ext cx="2852640" cy="285264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86857" y="2316509"/>
            <a:ext cx="2852640" cy="285264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33333" t="0" r="-3333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35907" y="2316509"/>
            <a:ext cx="2852640" cy="28526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0" t="-12015" r="0" b="-1201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323749" y="2316509"/>
            <a:ext cx="2852640" cy="285264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0" t="-25046" r="0" b="-2504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056196" y="7606989"/>
            <a:ext cx="2852640" cy="285264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-49685" t="0" r="-49685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435907" y="7651275"/>
            <a:ext cx="2852640" cy="285264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-14583" t="0" r="-14583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30994" y="7651275"/>
            <a:ext cx="2852640" cy="285264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0"/>
              <a:stretch>
                <a:fillRect l="-12500" t="0" r="-1250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207180" y="7606989"/>
            <a:ext cx="2852640" cy="285264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60316" y="6177272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43305" y="6177272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323749" y="6177272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AutoShape 27" id="27"/>
          <p:cNvSpPr/>
          <p:nvPr/>
        </p:nvSpPr>
        <p:spPr>
          <a:xfrm flipV="true">
            <a:off x="2593673" y="6092439"/>
            <a:ext cx="15004310" cy="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 flipV="true">
            <a:off x="2593144" y="1680971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 flipV="true">
            <a:off x="6289837" y="1680968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2675141" y="6177272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AutoShape 31" id="31"/>
          <p:cNvSpPr/>
          <p:nvPr/>
        </p:nvSpPr>
        <p:spPr>
          <a:xfrm flipH="true" flipV="true">
            <a:off x="9987173" y="1680966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668488" y="1707589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H="true" flipV="true">
            <a:off x="17597454" y="1680964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3360300" y="1642871"/>
            <a:ext cx="220617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PLOKM22290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820473" y="803264"/>
            <a:ext cx="18546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ANÓNIMO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06054" y="1107721"/>
            <a:ext cx="18546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INICIAR SESIÓN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013967" y="524821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MAX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05105" y="527392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OIKOS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435907" y="527392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CALADRY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279148" y="524821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CALAMINA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138621" y="7070731"/>
            <a:ext cx="202243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JUIOP34567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444533" y="7047135"/>
            <a:ext cx="19949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KIOPJ49345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677150" y="7047135"/>
            <a:ext cx="237015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HUWQW91002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508022" y="7070731"/>
            <a:ext cx="225095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AAOOQ12312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101164" y="1669489"/>
            <a:ext cx="21965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ASDHU34898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780945" y="1669489"/>
            <a:ext cx="213514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KIHNH49593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673365" y="1642871"/>
            <a:ext cx="215340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LLOOP33442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13"/>
              <a:stretch>
                <a:fillRect l="-18728" t="-39491" r="-12496" b="-57345"/>
              </a:stretch>
            </a:blip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2316106" y="679250"/>
            <a:ext cx="17194861" cy="11662838"/>
          </a:xfrm>
          <a:custGeom>
            <a:avLst/>
            <a:gdLst/>
            <a:ahLst/>
            <a:cxnLst/>
            <a:rect r="r" b="b" t="t" l="l"/>
            <a:pathLst>
              <a:path h="11662838" w="17194861">
                <a:moveTo>
                  <a:pt x="0" y="0"/>
                </a:moveTo>
                <a:lnTo>
                  <a:pt x="17194861" y="0"/>
                </a:lnTo>
                <a:lnTo>
                  <a:pt x="17194861" y="11662838"/>
                </a:lnTo>
                <a:lnTo>
                  <a:pt x="0" y="11662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6000"/>
            </a:blip>
            <a:stretch>
              <a:fillRect l="-20582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-299973" y="753853"/>
            <a:ext cx="3654684" cy="10109787"/>
            <a:chOff x="0" y="0"/>
            <a:chExt cx="962551" cy="26626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62551" cy="2662660"/>
            </a:xfrm>
            <a:custGeom>
              <a:avLst/>
              <a:gdLst/>
              <a:ahLst/>
              <a:cxnLst/>
              <a:rect r="r" b="b" t="t" l="l"/>
              <a:pathLst>
                <a:path h="2662660" w="962551">
                  <a:moveTo>
                    <a:pt x="0" y="0"/>
                  </a:moveTo>
                  <a:lnTo>
                    <a:pt x="962551" y="0"/>
                  </a:lnTo>
                  <a:lnTo>
                    <a:pt x="962551" y="2662660"/>
                  </a:lnTo>
                  <a:lnTo>
                    <a:pt x="0" y="26626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62551" cy="2700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5918" y="906825"/>
            <a:ext cx="848485" cy="848485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5"/>
              <a:stretch>
                <a:fillRect l="0" t="-4237" r="0" b="-4237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OLIVER 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11836" y="2950076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8B6FF"/>
                </a:solidFill>
                <a:latin typeface="Open Sans"/>
                <a:ea typeface="Open Sans"/>
                <a:cs typeface="Open Sans"/>
                <a:sym typeface="Open Sans"/>
              </a:rPr>
              <a:t>Mis mascotas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11836" y="3587670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Hacer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reporte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28700" y="1292967"/>
            <a:ext cx="1854668" cy="33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Editar perfil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311836" y="4225210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Reportes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311836" y="7002127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Reportar errores técnicos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11836" y="4862750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 todos lo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boletines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11836" y="7608119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Cerrar sesión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311836" y="6068640"/>
            <a:ext cx="294765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Buscar mascotas perdida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por No. de RUAC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11836" y="5500290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scotas Guardadas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73979" y="2183935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DUEÑO DE PERROS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3"/>
              <a:stretch>
                <a:fillRect l="-16329" t="-35233" r="-8141" b="-51472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64240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237" r="0" b="-4237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-893522" y="2462014"/>
            <a:ext cx="226222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559694" y="2442964"/>
            <a:ext cx="19050" cy="179690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900272" y="2686445"/>
            <a:ext cx="2028721" cy="2597319"/>
            <a:chOff x="0" y="0"/>
            <a:chExt cx="534313" cy="6840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4313" cy="684068"/>
            </a:xfrm>
            <a:custGeom>
              <a:avLst/>
              <a:gdLst/>
              <a:ahLst/>
              <a:cxnLst/>
              <a:rect r="r" b="b" t="t" l="l"/>
              <a:pathLst>
                <a:path h="684068" w="534313">
                  <a:moveTo>
                    <a:pt x="64875" y="0"/>
                  </a:moveTo>
                  <a:lnTo>
                    <a:pt x="469439" y="0"/>
                  </a:lnTo>
                  <a:cubicBezTo>
                    <a:pt x="505268" y="0"/>
                    <a:pt x="534313" y="29045"/>
                    <a:pt x="534313" y="64875"/>
                  </a:cubicBezTo>
                  <a:lnTo>
                    <a:pt x="534313" y="619193"/>
                  </a:lnTo>
                  <a:cubicBezTo>
                    <a:pt x="534313" y="636399"/>
                    <a:pt x="527478" y="652900"/>
                    <a:pt x="515312" y="665066"/>
                  </a:cubicBezTo>
                  <a:cubicBezTo>
                    <a:pt x="503146" y="677233"/>
                    <a:pt x="486645" y="684068"/>
                    <a:pt x="469439" y="684068"/>
                  </a:cubicBezTo>
                  <a:lnTo>
                    <a:pt x="64875" y="684068"/>
                  </a:lnTo>
                  <a:cubicBezTo>
                    <a:pt x="47669" y="684068"/>
                    <a:pt x="31168" y="677233"/>
                    <a:pt x="19001" y="665066"/>
                  </a:cubicBezTo>
                  <a:cubicBezTo>
                    <a:pt x="6835" y="652900"/>
                    <a:pt x="0" y="636399"/>
                    <a:pt x="0" y="619193"/>
                  </a:cubicBezTo>
                  <a:lnTo>
                    <a:pt x="0" y="64875"/>
                  </a:lnTo>
                  <a:cubicBezTo>
                    <a:pt x="0" y="47669"/>
                    <a:pt x="6835" y="31168"/>
                    <a:pt x="19001" y="19001"/>
                  </a:cubicBezTo>
                  <a:cubicBezTo>
                    <a:pt x="31168" y="6835"/>
                    <a:pt x="47669" y="0"/>
                    <a:pt x="64875" y="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34313" cy="722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252018" y="3322489"/>
            <a:ext cx="1325230" cy="132523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OLIVER 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49309" y="5387984"/>
            <a:ext cx="197968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NUEVA MASCOTA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49945" y="7720620"/>
            <a:ext cx="479240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PUEDES REGISTRAR  UN MAX DE 6 PERROS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93223" y="2003047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Mis mascotas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16329" t="-35233" r="-8141" b="-51472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5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64240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237" r="0" b="-4237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-893522" y="2462014"/>
            <a:ext cx="226222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559694" y="2442964"/>
            <a:ext cx="19050" cy="179690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OLIVER 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31661" y="4678679"/>
            <a:ext cx="5062862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NUMERO DEL RUAC DEL PERRO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923884" y="5568641"/>
            <a:ext cx="9878415" cy="425141"/>
            <a:chOff x="0" y="0"/>
            <a:chExt cx="2601722" cy="1119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01722" cy="111971"/>
            </a:xfrm>
            <a:custGeom>
              <a:avLst/>
              <a:gdLst/>
              <a:ahLst/>
              <a:cxnLst/>
              <a:rect r="r" b="b" t="t" l="l"/>
              <a:pathLst>
                <a:path h="111971" w="2601722">
                  <a:moveTo>
                    <a:pt x="13323" y="0"/>
                  </a:moveTo>
                  <a:lnTo>
                    <a:pt x="2588399" y="0"/>
                  </a:lnTo>
                  <a:cubicBezTo>
                    <a:pt x="2591933" y="0"/>
                    <a:pt x="2595321" y="1404"/>
                    <a:pt x="2597820" y="3902"/>
                  </a:cubicBezTo>
                  <a:cubicBezTo>
                    <a:pt x="2600319" y="6401"/>
                    <a:pt x="2601722" y="9790"/>
                    <a:pt x="2601722" y="13323"/>
                  </a:cubicBezTo>
                  <a:lnTo>
                    <a:pt x="2601722" y="98648"/>
                  </a:lnTo>
                  <a:cubicBezTo>
                    <a:pt x="2601722" y="106006"/>
                    <a:pt x="2595757" y="111971"/>
                    <a:pt x="2588399" y="111971"/>
                  </a:cubicBezTo>
                  <a:lnTo>
                    <a:pt x="13323" y="111971"/>
                  </a:lnTo>
                  <a:cubicBezTo>
                    <a:pt x="9790" y="111971"/>
                    <a:pt x="6401" y="110568"/>
                    <a:pt x="3902" y="108069"/>
                  </a:cubicBezTo>
                  <a:cubicBezTo>
                    <a:pt x="1404" y="105570"/>
                    <a:pt x="0" y="102182"/>
                    <a:pt x="0" y="98648"/>
                  </a:cubicBezTo>
                  <a:lnTo>
                    <a:pt x="0" y="13323"/>
                  </a:lnTo>
                  <a:cubicBezTo>
                    <a:pt x="0" y="9790"/>
                    <a:pt x="1404" y="6401"/>
                    <a:pt x="3902" y="3902"/>
                  </a:cubicBezTo>
                  <a:cubicBezTo>
                    <a:pt x="6401" y="1404"/>
                    <a:pt x="9790" y="0"/>
                    <a:pt x="13323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601722" cy="150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033912" y="6755782"/>
            <a:ext cx="3658359" cy="467944"/>
            <a:chOff x="0" y="0"/>
            <a:chExt cx="963518" cy="1232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3518" cy="123245"/>
            </a:xfrm>
            <a:custGeom>
              <a:avLst/>
              <a:gdLst/>
              <a:ahLst/>
              <a:cxnLst/>
              <a:rect r="r" b="b" t="t" l="l"/>
              <a:pathLst>
                <a:path h="123245" w="963518">
                  <a:moveTo>
                    <a:pt x="35976" y="0"/>
                  </a:moveTo>
                  <a:lnTo>
                    <a:pt x="927543" y="0"/>
                  </a:lnTo>
                  <a:cubicBezTo>
                    <a:pt x="947411" y="0"/>
                    <a:pt x="963518" y="16107"/>
                    <a:pt x="963518" y="35976"/>
                  </a:cubicBezTo>
                  <a:lnTo>
                    <a:pt x="963518" y="87269"/>
                  </a:lnTo>
                  <a:cubicBezTo>
                    <a:pt x="963518" y="107138"/>
                    <a:pt x="947411" y="123245"/>
                    <a:pt x="927543" y="123245"/>
                  </a:cubicBezTo>
                  <a:lnTo>
                    <a:pt x="35976" y="123245"/>
                  </a:lnTo>
                  <a:cubicBezTo>
                    <a:pt x="16107" y="123245"/>
                    <a:pt x="0" y="107138"/>
                    <a:pt x="0" y="87269"/>
                  </a:cubicBezTo>
                  <a:lnTo>
                    <a:pt x="0" y="35976"/>
                  </a:lnTo>
                  <a:cubicBezTo>
                    <a:pt x="0" y="16107"/>
                    <a:pt x="16107" y="0"/>
                    <a:pt x="35976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63518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Siguiente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519675" y="2740714"/>
            <a:ext cx="12339340" cy="156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REGISTRAR MASCOTA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16329" t="-35233" r="-8141" b="-51472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5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12279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237" r="0" b="-4237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-893522" y="2462014"/>
            <a:ext cx="226222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559694" y="2442964"/>
            <a:ext cx="19050" cy="179690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OLIVER 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44669" y="2772463"/>
            <a:ext cx="7099697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 la mascota: (Max 20 caracteres):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045034" y="3395876"/>
            <a:ext cx="7087810" cy="425141"/>
            <a:chOff x="0" y="0"/>
            <a:chExt cx="1866748" cy="1119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66748" cy="111971"/>
            </a:xfrm>
            <a:custGeom>
              <a:avLst/>
              <a:gdLst/>
              <a:ahLst/>
              <a:cxnLst/>
              <a:rect r="r" b="b" t="t" l="l"/>
              <a:pathLst>
                <a:path h="111971" w="1866748">
                  <a:moveTo>
                    <a:pt x="18569" y="0"/>
                  </a:moveTo>
                  <a:lnTo>
                    <a:pt x="1848179" y="0"/>
                  </a:lnTo>
                  <a:cubicBezTo>
                    <a:pt x="1853104" y="0"/>
                    <a:pt x="1857827" y="1956"/>
                    <a:pt x="1861310" y="5439"/>
                  </a:cubicBezTo>
                  <a:cubicBezTo>
                    <a:pt x="1864792" y="8921"/>
                    <a:pt x="1866748" y="13644"/>
                    <a:pt x="1866748" y="18569"/>
                  </a:cubicBezTo>
                  <a:lnTo>
                    <a:pt x="1866748" y="93402"/>
                  </a:lnTo>
                  <a:cubicBezTo>
                    <a:pt x="1866748" y="98327"/>
                    <a:pt x="1864792" y="103050"/>
                    <a:pt x="1861310" y="106533"/>
                  </a:cubicBezTo>
                  <a:cubicBezTo>
                    <a:pt x="1857827" y="110015"/>
                    <a:pt x="1853104" y="111971"/>
                    <a:pt x="1848179" y="111971"/>
                  </a:cubicBezTo>
                  <a:lnTo>
                    <a:pt x="18569" y="111971"/>
                  </a:lnTo>
                  <a:cubicBezTo>
                    <a:pt x="13644" y="111971"/>
                    <a:pt x="8921" y="110015"/>
                    <a:pt x="5439" y="106533"/>
                  </a:cubicBezTo>
                  <a:cubicBezTo>
                    <a:pt x="1956" y="103050"/>
                    <a:pt x="0" y="98327"/>
                    <a:pt x="0" y="93402"/>
                  </a:cubicBezTo>
                  <a:lnTo>
                    <a:pt x="0" y="18569"/>
                  </a:lnTo>
                  <a:cubicBezTo>
                    <a:pt x="0" y="13644"/>
                    <a:pt x="1956" y="8921"/>
                    <a:pt x="5439" y="5439"/>
                  </a:cubicBezTo>
                  <a:cubicBezTo>
                    <a:pt x="8921" y="1956"/>
                    <a:pt x="13644" y="0"/>
                    <a:pt x="18569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866748" cy="150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033912" y="9819056"/>
            <a:ext cx="3658359" cy="467944"/>
            <a:chOff x="0" y="0"/>
            <a:chExt cx="963518" cy="1232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3518" cy="123245"/>
            </a:xfrm>
            <a:custGeom>
              <a:avLst/>
              <a:gdLst/>
              <a:ahLst/>
              <a:cxnLst/>
              <a:rect r="r" b="b" t="t" l="l"/>
              <a:pathLst>
                <a:path h="123245" w="963518">
                  <a:moveTo>
                    <a:pt x="35976" y="0"/>
                  </a:moveTo>
                  <a:lnTo>
                    <a:pt x="927543" y="0"/>
                  </a:lnTo>
                  <a:cubicBezTo>
                    <a:pt x="947411" y="0"/>
                    <a:pt x="963518" y="16107"/>
                    <a:pt x="963518" y="35976"/>
                  </a:cubicBezTo>
                  <a:lnTo>
                    <a:pt x="963518" y="87269"/>
                  </a:lnTo>
                  <a:cubicBezTo>
                    <a:pt x="963518" y="107138"/>
                    <a:pt x="947411" y="123245"/>
                    <a:pt x="927543" y="123245"/>
                  </a:cubicBezTo>
                  <a:lnTo>
                    <a:pt x="35976" y="123245"/>
                  </a:lnTo>
                  <a:cubicBezTo>
                    <a:pt x="16107" y="123245"/>
                    <a:pt x="0" y="107138"/>
                    <a:pt x="0" y="87269"/>
                  </a:cubicBezTo>
                  <a:lnTo>
                    <a:pt x="0" y="35976"/>
                  </a:lnTo>
                  <a:cubicBezTo>
                    <a:pt x="0" y="16107"/>
                    <a:pt x="16107" y="0"/>
                    <a:pt x="35976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63518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Siguiente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055899" y="4116292"/>
            <a:ext cx="5597872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Edad de la mascota (Max 31 años):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056190" y="4718359"/>
            <a:ext cx="1936230" cy="425141"/>
            <a:chOff x="0" y="0"/>
            <a:chExt cx="509954" cy="1119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9954" cy="111971"/>
            </a:xfrm>
            <a:custGeom>
              <a:avLst/>
              <a:gdLst/>
              <a:ahLst/>
              <a:cxnLst/>
              <a:rect r="r" b="b" t="t" l="l"/>
              <a:pathLst>
                <a:path h="111971" w="509954">
                  <a:moveTo>
                    <a:pt x="55986" y="0"/>
                  </a:moveTo>
                  <a:lnTo>
                    <a:pt x="453968" y="0"/>
                  </a:lnTo>
                  <a:cubicBezTo>
                    <a:pt x="468816" y="0"/>
                    <a:pt x="483056" y="5898"/>
                    <a:pt x="493556" y="16398"/>
                  </a:cubicBezTo>
                  <a:cubicBezTo>
                    <a:pt x="504055" y="26897"/>
                    <a:pt x="509954" y="41137"/>
                    <a:pt x="509954" y="55986"/>
                  </a:cubicBezTo>
                  <a:lnTo>
                    <a:pt x="509954" y="55986"/>
                  </a:lnTo>
                  <a:cubicBezTo>
                    <a:pt x="509954" y="86906"/>
                    <a:pt x="484888" y="111971"/>
                    <a:pt x="453968" y="111971"/>
                  </a:cubicBezTo>
                  <a:lnTo>
                    <a:pt x="55986" y="111971"/>
                  </a:lnTo>
                  <a:cubicBezTo>
                    <a:pt x="41137" y="111971"/>
                    <a:pt x="26897" y="106073"/>
                    <a:pt x="16398" y="95574"/>
                  </a:cubicBezTo>
                  <a:cubicBezTo>
                    <a:pt x="5898" y="85074"/>
                    <a:pt x="0" y="70834"/>
                    <a:pt x="0" y="55986"/>
                  </a:cubicBezTo>
                  <a:lnTo>
                    <a:pt x="0" y="55986"/>
                  </a:lnTo>
                  <a:cubicBezTo>
                    <a:pt x="0" y="41137"/>
                    <a:pt x="5898" y="26897"/>
                    <a:pt x="16398" y="16398"/>
                  </a:cubicBezTo>
                  <a:cubicBezTo>
                    <a:pt x="26897" y="5898"/>
                    <a:pt x="41137" y="0"/>
                    <a:pt x="55986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09954" cy="150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056190" y="5347207"/>
            <a:ext cx="5872622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Sexo de la mascota (Macho/Hembra)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024305" y="5842550"/>
            <a:ext cx="1262739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MACHO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76523" y="5842550"/>
            <a:ext cx="1404126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HEMBRA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2244591" y="5812027"/>
            <a:ext cx="583015" cy="58301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563328" y="5812027"/>
            <a:ext cx="583015" cy="58301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045034" y="6499817"/>
            <a:ext cx="753611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Raza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2045034" y="7050363"/>
            <a:ext cx="4735615" cy="467944"/>
            <a:chOff x="0" y="0"/>
            <a:chExt cx="1247240" cy="12324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47240" cy="123245"/>
            </a:xfrm>
            <a:custGeom>
              <a:avLst/>
              <a:gdLst/>
              <a:ahLst/>
              <a:cxnLst/>
              <a:rect r="r" b="b" t="t" l="l"/>
              <a:pathLst>
                <a:path h="123245" w="1247240">
                  <a:moveTo>
                    <a:pt x="27792" y="0"/>
                  </a:moveTo>
                  <a:lnTo>
                    <a:pt x="1219448" y="0"/>
                  </a:lnTo>
                  <a:cubicBezTo>
                    <a:pt x="1226819" y="0"/>
                    <a:pt x="1233888" y="2928"/>
                    <a:pt x="1239100" y="8140"/>
                  </a:cubicBezTo>
                  <a:cubicBezTo>
                    <a:pt x="1244312" y="13352"/>
                    <a:pt x="1247240" y="20421"/>
                    <a:pt x="1247240" y="27792"/>
                  </a:cubicBezTo>
                  <a:lnTo>
                    <a:pt x="1247240" y="95452"/>
                  </a:lnTo>
                  <a:cubicBezTo>
                    <a:pt x="1247240" y="102823"/>
                    <a:pt x="1244312" y="109892"/>
                    <a:pt x="1239100" y="115104"/>
                  </a:cubicBezTo>
                  <a:cubicBezTo>
                    <a:pt x="1233888" y="120316"/>
                    <a:pt x="1226819" y="123245"/>
                    <a:pt x="1219448" y="123245"/>
                  </a:cubicBezTo>
                  <a:lnTo>
                    <a:pt x="27792" y="123245"/>
                  </a:lnTo>
                  <a:cubicBezTo>
                    <a:pt x="20421" y="123245"/>
                    <a:pt x="13352" y="120316"/>
                    <a:pt x="8140" y="115104"/>
                  </a:cubicBezTo>
                  <a:cubicBezTo>
                    <a:pt x="2928" y="109892"/>
                    <a:pt x="0" y="102823"/>
                    <a:pt x="0" y="95452"/>
                  </a:cubicBezTo>
                  <a:lnTo>
                    <a:pt x="0" y="27792"/>
                  </a:lnTo>
                  <a:cubicBezTo>
                    <a:pt x="0" y="20421"/>
                    <a:pt x="2928" y="13352"/>
                    <a:pt x="8140" y="8140"/>
                  </a:cubicBezTo>
                  <a:cubicBezTo>
                    <a:pt x="13352" y="2928"/>
                    <a:pt x="20421" y="0"/>
                    <a:pt x="27792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247240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-Selecciona una opción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056190" y="7813582"/>
            <a:ext cx="2232828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Tipo de pelaje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2045034" y="8364128"/>
            <a:ext cx="4735615" cy="467944"/>
            <a:chOff x="0" y="0"/>
            <a:chExt cx="1247240" cy="1232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47240" cy="123245"/>
            </a:xfrm>
            <a:custGeom>
              <a:avLst/>
              <a:gdLst/>
              <a:ahLst/>
              <a:cxnLst/>
              <a:rect r="r" b="b" t="t" l="l"/>
              <a:pathLst>
                <a:path h="123245" w="1247240">
                  <a:moveTo>
                    <a:pt x="27792" y="0"/>
                  </a:moveTo>
                  <a:lnTo>
                    <a:pt x="1219448" y="0"/>
                  </a:lnTo>
                  <a:cubicBezTo>
                    <a:pt x="1226819" y="0"/>
                    <a:pt x="1233888" y="2928"/>
                    <a:pt x="1239100" y="8140"/>
                  </a:cubicBezTo>
                  <a:cubicBezTo>
                    <a:pt x="1244312" y="13352"/>
                    <a:pt x="1247240" y="20421"/>
                    <a:pt x="1247240" y="27792"/>
                  </a:cubicBezTo>
                  <a:lnTo>
                    <a:pt x="1247240" y="95452"/>
                  </a:lnTo>
                  <a:cubicBezTo>
                    <a:pt x="1247240" y="102823"/>
                    <a:pt x="1244312" y="109892"/>
                    <a:pt x="1239100" y="115104"/>
                  </a:cubicBezTo>
                  <a:cubicBezTo>
                    <a:pt x="1233888" y="120316"/>
                    <a:pt x="1226819" y="123245"/>
                    <a:pt x="1219448" y="123245"/>
                  </a:cubicBezTo>
                  <a:lnTo>
                    <a:pt x="27792" y="123245"/>
                  </a:lnTo>
                  <a:cubicBezTo>
                    <a:pt x="20421" y="123245"/>
                    <a:pt x="13352" y="120316"/>
                    <a:pt x="8140" y="115104"/>
                  </a:cubicBezTo>
                  <a:cubicBezTo>
                    <a:pt x="2928" y="109892"/>
                    <a:pt x="0" y="102823"/>
                    <a:pt x="0" y="95452"/>
                  </a:cubicBezTo>
                  <a:lnTo>
                    <a:pt x="0" y="27792"/>
                  </a:lnTo>
                  <a:cubicBezTo>
                    <a:pt x="0" y="20421"/>
                    <a:pt x="2928" y="13352"/>
                    <a:pt x="8140" y="8140"/>
                  </a:cubicBezTo>
                  <a:cubicBezTo>
                    <a:pt x="13352" y="2928"/>
                    <a:pt x="20421" y="0"/>
                    <a:pt x="27792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47240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-Selecciona una opción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414488" y="2772463"/>
            <a:ext cx="2101994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Color de ojos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0268243" y="3395876"/>
            <a:ext cx="4735615" cy="467944"/>
            <a:chOff x="0" y="0"/>
            <a:chExt cx="1247240" cy="12324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47240" cy="123245"/>
            </a:xfrm>
            <a:custGeom>
              <a:avLst/>
              <a:gdLst/>
              <a:ahLst/>
              <a:cxnLst/>
              <a:rect r="r" b="b" t="t" l="l"/>
              <a:pathLst>
                <a:path h="123245" w="1247240">
                  <a:moveTo>
                    <a:pt x="27792" y="0"/>
                  </a:moveTo>
                  <a:lnTo>
                    <a:pt x="1219448" y="0"/>
                  </a:lnTo>
                  <a:cubicBezTo>
                    <a:pt x="1226819" y="0"/>
                    <a:pt x="1233888" y="2928"/>
                    <a:pt x="1239100" y="8140"/>
                  </a:cubicBezTo>
                  <a:cubicBezTo>
                    <a:pt x="1244312" y="13352"/>
                    <a:pt x="1247240" y="20421"/>
                    <a:pt x="1247240" y="27792"/>
                  </a:cubicBezTo>
                  <a:lnTo>
                    <a:pt x="1247240" y="95452"/>
                  </a:lnTo>
                  <a:cubicBezTo>
                    <a:pt x="1247240" y="102823"/>
                    <a:pt x="1244312" y="109892"/>
                    <a:pt x="1239100" y="115104"/>
                  </a:cubicBezTo>
                  <a:cubicBezTo>
                    <a:pt x="1233888" y="120316"/>
                    <a:pt x="1226819" y="123245"/>
                    <a:pt x="1219448" y="123245"/>
                  </a:cubicBezTo>
                  <a:lnTo>
                    <a:pt x="27792" y="123245"/>
                  </a:lnTo>
                  <a:cubicBezTo>
                    <a:pt x="20421" y="123245"/>
                    <a:pt x="13352" y="120316"/>
                    <a:pt x="8140" y="115104"/>
                  </a:cubicBezTo>
                  <a:cubicBezTo>
                    <a:pt x="2928" y="109892"/>
                    <a:pt x="0" y="102823"/>
                    <a:pt x="0" y="95452"/>
                  </a:cubicBezTo>
                  <a:lnTo>
                    <a:pt x="0" y="27792"/>
                  </a:lnTo>
                  <a:cubicBezTo>
                    <a:pt x="0" y="20421"/>
                    <a:pt x="2928" y="13352"/>
                    <a:pt x="8140" y="8140"/>
                  </a:cubicBezTo>
                  <a:cubicBezTo>
                    <a:pt x="13352" y="2928"/>
                    <a:pt x="20421" y="0"/>
                    <a:pt x="27792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247240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-Selecciona una opción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0414488" y="4116292"/>
            <a:ext cx="3159080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Color de la mascota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0268243" y="4743038"/>
            <a:ext cx="4735615" cy="467944"/>
            <a:chOff x="0" y="0"/>
            <a:chExt cx="1247240" cy="12324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47240" cy="123245"/>
            </a:xfrm>
            <a:custGeom>
              <a:avLst/>
              <a:gdLst/>
              <a:ahLst/>
              <a:cxnLst/>
              <a:rect r="r" b="b" t="t" l="l"/>
              <a:pathLst>
                <a:path h="123245" w="1247240">
                  <a:moveTo>
                    <a:pt x="27792" y="0"/>
                  </a:moveTo>
                  <a:lnTo>
                    <a:pt x="1219448" y="0"/>
                  </a:lnTo>
                  <a:cubicBezTo>
                    <a:pt x="1226819" y="0"/>
                    <a:pt x="1233888" y="2928"/>
                    <a:pt x="1239100" y="8140"/>
                  </a:cubicBezTo>
                  <a:cubicBezTo>
                    <a:pt x="1244312" y="13352"/>
                    <a:pt x="1247240" y="20421"/>
                    <a:pt x="1247240" y="27792"/>
                  </a:cubicBezTo>
                  <a:lnTo>
                    <a:pt x="1247240" y="95452"/>
                  </a:lnTo>
                  <a:cubicBezTo>
                    <a:pt x="1247240" y="102823"/>
                    <a:pt x="1244312" y="109892"/>
                    <a:pt x="1239100" y="115104"/>
                  </a:cubicBezTo>
                  <a:cubicBezTo>
                    <a:pt x="1233888" y="120316"/>
                    <a:pt x="1226819" y="123245"/>
                    <a:pt x="1219448" y="123245"/>
                  </a:cubicBezTo>
                  <a:lnTo>
                    <a:pt x="27792" y="123245"/>
                  </a:lnTo>
                  <a:cubicBezTo>
                    <a:pt x="20421" y="123245"/>
                    <a:pt x="13352" y="120316"/>
                    <a:pt x="8140" y="115104"/>
                  </a:cubicBezTo>
                  <a:cubicBezTo>
                    <a:pt x="2928" y="109892"/>
                    <a:pt x="0" y="102823"/>
                    <a:pt x="0" y="95452"/>
                  </a:cubicBezTo>
                  <a:lnTo>
                    <a:pt x="0" y="27792"/>
                  </a:lnTo>
                  <a:cubicBezTo>
                    <a:pt x="0" y="20421"/>
                    <a:pt x="2928" y="13352"/>
                    <a:pt x="8140" y="8140"/>
                  </a:cubicBezTo>
                  <a:cubicBezTo>
                    <a:pt x="13352" y="2928"/>
                    <a:pt x="20421" y="0"/>
                    <a:pt x="27792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247240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-Selecciona una opción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0414488" y="5551042"/>
            <a:ext cx="1307387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Tamaño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068182" y="6215972"/>
            <a:ext cx="1048156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CHICO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357037" y="6194975"/>
            <a:ext cx="1588131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MEDIANO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299708" y="6215972"/>
            <a:ext cx="1377472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GRANDE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0268243" y="6164452"/>
            <a:ext cx="583015" cy="583015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602572" y="6164452"/>
            <a:ext cx="583015" cy="583015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5547697" y="6185450"/>
            <a:ext cx="583015" cy="583015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0414488" y="6907488"/>
            <a:ext cx="2966145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Peso: (Max 111 kg)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0414488" y="7591384"/>
            <a:ext cx="1936230" cy="425141"/>
            <a:chOff x="0" y="0"/>
            <a:chExt cx="509954" cy="11197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09954" cy="111971"/>
            </a:xfrm>
            <a:custGeom>
              <a:avLst/>
              <a:gdLst/>
              <a:ahLst/>
              <a:cxnLst/>
              <a:rect r="r" b="b" t="t" l="l"/>
              <a:pathLst>
                <a:path h="111971" w="509954">
                  <a:moveTo>
                    <a:pt x="55986" y="0"/>
                  </a:moveTo>
                  <a:lnTo>
                    <a:pt x="453968" y="0"/>
                  </a:lnTo>
                  <a:cubicBezTo>
                    <a:pt x="468816" y="0"/>
                    <a:pt x="483056" y="5898"/>
                    <a:pt x="493556" y="16398"/>
                  </a:cubicBezTo>
                  <a:cubicBezTo>
                    <a:pt x="504055" y="26897"/>
                    <a:pt x="509954" y="41137"/>
                    <a:pt x="509954" y="55986"/>
                  </a:cubicBezTo>
                  <a:lnTo>
                    <a:pt x="509954" y="55986"/>
                  </a:lnTo>
                  <a:cubicBezTo>
                    <a:pt x="509954" y="86906"/>
                    <a:pt x="484888" y="111971"/>
                    <a:pt x="453968" y="111971"/>
                  </a:cubicBezTo>
                  <a:lnTo>
                    <a:pt x="55986" y="111971"/>
                  </a:lnTo>
                  <a:cubicBezTo>
                    <a:pt x="41137" y="111971"/>
                    <a:pt x="26897" y="106073"/>
                    <a:pt x="16398" y="95574"/>
                  </a:cubicBezTo>
                  <a:cubicBezTo>
                    <a:pt x="5898" y="85074"/>
                    <a:pt x="0" y="70834"/>
                    <a:pt x="0" y="55986"/>
                  </a:cubicBezTo>
                  <a:lnTo>
                    <a:pt x="0" y="55986"/>
                  </a:lnTo>
                  <a:cubicBezTo>
                    <a:pt x="0" y="41137"/>
                    <a:pt x="5898" y="26897"/>
                    <a:pt x="16398" y="16398"/>
                  </a:cubicBezTo>
                  <a:cubicBezTo>
                    <a:pt x="26897" y="5898"/>
                    <a:pt x="41137" y="0"/>
                    <a:pt x="55986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509954" cy="150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16329" t="-35233" r="-8141" b="-51472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5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12279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237" r="0" b="-4237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-893522" y="2462014"/>
            <a:ext cx="226222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559694" y="2442964"/>
            <a:ext cx="19050" cy="179690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2045034" y="3395876"/>
            <a:ext cx="7087810" cy="425141"/>
            <a:chOff x="0" y="0"/>
            <a:chExt cx="1866748" cy="1119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66748" cy="111971"/>
            </a:xfrm>
            <a:custGeom>
              <a:avLst/>
              <a:gdLst/>
              <a:ahLst/>
              <a:cxnLst/>
              <a:rect r="r" b="b" t="t" l="l"/>
              <a:pathLst>
                <a:path h="111971" w="1866748">
                  <a:moveTo>
                    <a:pt x="18569" y="0"/>
                  </a:moveTo>
                  <a:lnTo>
                    <a:pt x="1848179" y="0"/>
                  </a:lnTo>
                  <a:cubicBezTo>
                    <a:pt x="1853104" y="0"/>
                    <a:pt x="1857827" y="1956"/>
                    <a:pt x="1861310" y="5439"/>
                  </a:cubicBezTo>
                  <a:cubicBezTo>
                    <a:pt x="1864792" y="8921"/>
                    <a:pt x="1866748" y="13644"/>
                    <a:pt x="1866748" y="18569"/>
                  </a:cubicBezTo>
                  <a:lnTo>
                    <a:pt x="1866748" y="93402"/>
                  </a:lnTo>
                  <a:cubicBezTo>
                    <a:pt x="1866748" y="98327"/>
                    <a:pt x="1864792" y="103050"/>
                    <a:pt x="1861310" y="106533"/>
                  </a:cubicBezTo>
                  <a:cubicBezTo>
                    <a:pt x="1857827" y="110015"/>
                    <a:pt x="1853104" y="111971"/>
                    <a:pt x="1848179" y="111971"/>
                  </a:cubicBezTo>
                  <a:lnTo>
                    <a:pt x="18569" y="111971"/>
                  </a:lnTo>
                  <a:cubicBezTo>
                    <a:pt x="13644" y="111971"/>
                    <a:pt x="8921" y="110015"/>
                    <a:pt x="5439" y="106533"/>
                  </a:cubicBezTo>
                  <a:cubicBezTo>
                    <a:pt x="1956" y="103050"/>
                    <a:pt x="0" y="98327"/>
                    <a:pt x="0" y="93402"/>
                  </a:cubicBezTo>
                  <a:lnTo>
                    <a:pt x="0" y="18569"/>
                  </a:lnTo>
                  <a:cubicBezTo>
                    <a:pt x="0" y="13644"/>
                    <a:pt x="1956" y="8921"/>
                    <a:pt x="5439" y="5439"/>
                  </a:cubicBezTo>
                  <a:cubicBezTo>
                    <a:pt x="8921" y="1956"/>
                    <a:pt x="13644" y="0"/>
                    <a:pt x="18569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866748" cy="150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96835" y="7262346"/>
            <a:ext cx="3658359" cy="467944"/>
            <a:chOff x="0" y="0"/>
            <a:chExt cx="963518" cy="1232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3518" cy="123245"/>
            </a:xfrm>
            <a:custGeom>
              <a:avLst/>
              <a:gdLst/>
              <a:ahLst/>
              <a:cxnLst/>
              <a:rect r="r" b="b" t="t" l="l"/>
              <a:pathLst>
                <a:path h="123245" w="963518">
                  <a:moveTo>
                    <a:pt x="35976" y="0"/>
                  </a:moveTo>
                  <a:lnTo>
                    <a:pt x="927543" y="0"/>
                  </a:lnTo>
                  <a:cubicBezTo>
                    <a:pt x="947411" y="0"/>
                    <a:pt x="963518" y="16107"/>
                    <a:pt x="963518" y="35976"/>
                  </a:cubicBezTo>
                  <a:lnTo>
                    <a:pt x="963518" y="87269"/>
                  </a:lnTo>
                  <a:cubicBezTo>
                    <a:pt x="963518" y="107138"/>
                    <a:pt x="947411" y="123245"/>
                    <a:pt x="927543" y="123245"/>
                  </a:cubicBezTo>
                  <a:lnTo>
                    <a:pt x="35976" y="123245"/>
                  </a:lnTo>
                  <a:cubicBezTo>
                    <a:pt x="16107" y="123245"/>
                    <a:pt x="0" y="107138"/>
                    <a:pt x="0" y="87269"/>
                  </a:cubicBezTo>
                  <a:lnTo>
                    <a:pt x="0" y="35976"/>
                  </a:lnTo>
                  <a:cubicBezTo>
                    <a:pt x="0" y="16107"/>
                    <a:pt x="16107" y="0"/>
                    <a:pt x="35976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63518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Finalizar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77555" y="4718359"/>
            <a:ext cx="583015" cy="58301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77555" y="5463299"/>
            <a:ext cx="583015" cy="58301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77555" y="6208239"/>
            <a:ext cx="583015" cy="58301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220948" y="3210197"/>
            <a:ext cx="5246370" cy="524637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40759" t="0" r="-40759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OLIVER 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056190" y="2772463"/>
            <a:ext cx="6219256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Señas particulares (Max 40 caracteres):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096835" y="4091613"/>
            <a:ext cx="927470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Collar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740449" y="4748881"/>
            <a:ext cx="283856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740449" y="5511491"/>
            <a:ext cx="525499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740449" y="6271587"/>
            <a:ext cx="904334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NOSE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20633" y="8629761"/>
            <a:ext cx="5365477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Subir de 1 a 5 imágenes del perro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180132" y="4176246"/>
            <a:ext cx="3086100" cy="3086100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203200" y="635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138676" y="9201150"/>
            <a:ext cx="6120624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Peso máximo del archivo 5 megabytes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462254" y="2583452"/>
            <a:ext cx="1790808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Obligatorio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849358" y="9473365"/>
            <a:ext cx="2066039" cy="467944"/>
            <a:chOff x="0" y="0"/>
            <a:chExt cx="544142" cy="12324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4142" cy="123245"/>
            </a:xfrm>
            <a:custGeom>
              <a:avLst/>
              <a:gdLst/>
              <a:ahLst/>
              <a:cxnLst/>
              <a:rect r="r" b="b" t="t" l="l"/>
              <a:pathLst>
                <a:path h="123245" w="544142">
                  <a:moveTo>
                    <a:pt x="61622" y="0"/>
                  </a:moveTo>
                  <a:lnTo>
                    <a:pt x="482520" y="0"/>
                  </a:lnTo>
                  <a:cubicBezTo>
                    <a:pt x="498863" y="0"/>
                    <a:pt x="514537" y="6492"/>
                    <a:pt x="526093" y="18049"/>
                  </a:cubicBezTo>
                  <a:cubicBezTo>
                    <a:pt x="537650" y="29605"/>
                    <a:pt x="544142" y="45279"/>
                    <a:pt x="544142" y="61622"/>
                  </a:cubicBezTo>
                  <a:lnTo>
                    <a:pt x="544142" y="61622"/>
                  </a:lnTo>
                  <a:cubicBezTo>
                    <a:pt x="544142" y="95655"/>
                    <a:pt x="516553" y="123245"/>
                    <a:pt x="482520" y="123245"/>
                  </a:cubicBezTo>
                  <a:lnTo>
                    <a:pt x="61622" y="123245"/>
                  </a:lnTo>
                  <a:cubicBezTo>
                    <a:pt x="27589" y="123245"/>
                    <a:pt x="0" y="95655"/>
                    <a:pt x="0" y="61622"/>
                  </a:cubicBezTo>
                  <a:lnTo>
                    <a:pt x="0" y="61622"/>
                  </a:lnTo>
                  <a:cubicBezTo>
                    <a:pt x="0" y="27589"/>
                    <a:pt x="27589" y="0"/>
                    <a:pt x="61622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44142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Regresar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-16329" t="-35233" r="-8141" b="-51472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6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64240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237" r="0" b="-4237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-893522" y="2462014"/>
            <a:ext cx="226222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559694" y="2442964"/>
            <a:ext cx="19050" cy="179690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900272" y="2686445"/>
            <a:ext cx="2028721" cy="2597319"/>
            <a:chOff x="0" y="0"/>
            <a:chExt cx="534313" cy="6840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4313" cy="684068"/>
            </a:xfrm>
            <a:custGeom>
              <a:avLst/>
              <a:gdLst/>
              <a:ahLst/>
              <a:cxnLst/>
              <a:rect r="r" b="b" t="t" l="l"/>
              <a:pathLst>
                <a:path h="684068" w="534313">
                  <a:moveTo>
                    <a:pt x="64875" y="0"/>
                  </a:moveTo>
                  <a:lnTo>
                    <a:pt x="469439" y="0"/>
                  </a:lnTo>
                  <a:cubicBezTo>
                    <a:pt x="505268" y="0"/>
                    <a:pt x="534313" y="29045"/>
                    <a:pt x="534313" y="64875"/>
                  </a:cubicBezTo>
                  <a:lnTo>
                    <a:pt x="534313" y="619193"/>
                  </a:lnTo>
                  <a:cubicBezTo>
                    <a:pt x="534313" y="636399"/>
                    <a:pt x="527478" y="652900"/>
                    <a:pt x="515312" y="665066"/>
                  </a:cubicBezTo>
                  <a:cubicBezTo>
                    <a:pt x="503146" y="677233"/>
                    <a:pt x="486645" y="684068"/>
                    <a:pt x="469439" y="684068"/>
                  </a:cubicBezTo>
                  <a:lnTo>
                    <a:pt x="64875" y="684068"/>
                  </a:lnTo>
                  <a:cubicBezTo>
                    <a:pt x="47669" y="684068"/>
                    <a:pt x="31168" y="677233"/>
                    <a:pt x="19001" y="665066"/>
                  </a:cubicBezTo>
                  <a:cubicBezTo>
                    <a:pt x="6835" y="652900"/>
                    <a:pt x="0" y="636399"/>
                    <a:pt x="0" y="619193"/>
                  </a:cubicBezTo>
                  <a:lnTo>
                    <a:pt x="0" y="64875"/>
                  </a:lnTo>
                  <a:cubicBezTo>
                    <a:pt x="0" y="47669"/>
                    <a:pt x="6835" y="31168"/>
                    <a:pt x="19001" y="19001"/>
                  </a:cubicBezTo>
                  <a:cubicBezTo>
                    <a:pt x="31168" y="6835"/>
                    <a:pt x="47669" y="0"/>
                    <a:pt x="64875" y="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34313" cy="722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252018" y="3322489"/>
            <a:ext cx="1325230" cy="132523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446052" y="2700419"/>
            <a:ext cx="2583344" cy="258334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0" t="-7971" r="0" b="-797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OLIVER 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49309" y="5387984"/>
            <a:ext cx="197968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NUEVA MASCOTA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648640" y="5363854"/>
            <a:ext cx="217816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RUAC: NJUDE83410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Tryla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49945" y="7720620"/>
            <a:ext cx="479240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PUEDES REGISTRAR  UN MAX DE 6 PERROS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93223" y="2003047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Mis mascotas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903632" y="2495394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Eliminar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-16329" t="-35233" r="-8141" b="-51472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6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402738" y="1430936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056196" y="2316509"/>
            <a:ext cx="2852640" cy="285264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86857" y="2316509"/>
            <a:ext cx="2852640" cy="285264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33333" t="0" r="-3333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35907" y="2316509"/>
            <a:ext cx="2852640" cy="28526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0" t="-12015" r="0" b="-1201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323749" y="2316509"/>
            <a:ext cx="2852640" cy="285264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0" t="-25046" r="0" b="-2504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056196" y="7606989"/>
            <a:ext cx="2852640" cy="285264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-49685" t="0" r="-49685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435907" y="7651275"/>
            <a:ext cx="2852640" cy="285264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-14583" t="0" r="-14583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30994" y="7651275"/>
            <a:ext cx="2852640" cy="285264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0"/>
              <a:stretch>
                <a:fillRect l="-12500" t="0" r="-1250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207180" y="7606989"/>
            <a:ext cx="2852640" cy="285264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960316" y="6177272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43305" y="6177272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23749" y="6177272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AutoShape 26" id="26"/>
          <p:cNvSpPr/>
          <p:nvPr/>
        </p:nvSpPr>
        <p:spPr>
          <a:xfrm flipV="true">
            <a:off x="2593673" y="6092439"/>
            <a:ext cx="15004310" cy="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2593144" y="1680971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 flipV="true">
            <a:off x="6289837" y="1680968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2675141" y="6177272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AutoShape 30" id="30"/>
          <p:cNvSpPr/>
          <p:nvPr/>
        </p:nvSpPr>
        <p:spPr>
          <a:xfrm flipH="true" flipV="true">
            <a:off x="9987173" y="1680966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H="true" flipV="true">
            <a:off x="13668488" y="1707589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7597454" y="1680964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3360300" y="1642871"/>
            <a:ext cx="220617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PLOKM22290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820473" y="803264"/>
            <a:ext cx="18546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ANÓNIMO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06054" y="1107721"/>
            <a:ext cx="18546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INICIAR SESIÓN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13967" y="524821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MAX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705105" y="527392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OIKOS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435907" y="527392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CALADRY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279148" y="524821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CALAMINA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138621" y="7070731"/>
            <a:ext cx="202243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JUIOP34567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444533" y="7047135"/>
            <a:ext cx="19949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KIOPJ49345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677150" y="7047135"/>
            <a:ext cx="237015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HUWQW91002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508022" y="7070731"/>
            <a:ext cx="225095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AAOOQ12312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101164" y="1669489"/>
            <a:ext cx="21965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ASDHU34898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780945" y="1669489"/>
            <a:ext cx="213514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KIHNH49593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673365" y="1642871"/>
            <a:ext cx="215340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LLOOP33442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13"/>
              <a:stretch>
                <a:fillRect l="-18728" t="-39491" r="-12496" b="-57345"/>
              </a:stretch>
            </a:blipFill>
          </p:spPr>
        </p:sp>
      </p:grpSp>
      <p:sp>
        <p:nvSpPr>
          <p:cNvPr name="Freeform 54" id="54"/>
          <p:cNvSpPr/>
          <p:nvPr/>
        </p:nvSpPr>
        <p:spPr>
          <a:xfrm flipH="false" flipV="false" rot="0">
            <a:off x="2316106" y="679250"/>
            <a:ext cx="17194861" cy="11662838"/>
          </a:xfrm>
          <a:custGeom>
            <a:avLst/>
            <a:gdLst/>
            <a:ahLst/>
            <a:cxnLst/>
            <a:rect r="r" b="b" t="t" l="l"/>
            <a:pathLst>
              <a:path h="11662838" w="17194861">
                <a:moveTo>
                  <a:pt x="0" y="0"/>
                </a:moveTo>
                <a:lnTo>
                  <a:pt x="17194861" y="0"/>
                </a:lnTo>
                <a:lnTo>
                  <a:pt x="17194861" y="11662838"/>
                </a:lnTo>
                <a:lnTo>
                  <a:pt x="0" y="11662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6000"/>
            </a:blip>
            <a:stretch>
              <a:fillRect l="-20582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-299973" y="753853"/>
            <a:ext cx="3654684" cy="10109787"/>
            <a:chOff x="0" y="0"/>
            <a:chExt cx="962551" cy="26626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62551" cy="2662660"/>
            </a:xfrm>
            <a:custGeom>
              <a:avLst/>
              <a:gdLst/>
              <a:ahLst/>
              <a:cxnLst/>
              <a:rect r="r" b="b" t="t" l="l"/>
              <a:pathLst>
                <a:path h="2662660" w="962551">
                  <a:moveTo>
                    <a:pt x="0" y="0"/>
                  </a:moveTo>
                  <a:lnTo>
                    <a:pt x="962551" y="0"/>
                  </a:lnTo>
                  <a:lnTo>
                    <a:pt x="962551" y="2662660"/>
                  </a:lnTo>
                  <a:lnTo>
                    <a:pt x="0" y="26626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62551" cy="2700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5918" y="906825"/>
            <a:ext cx="848485" cy="848485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20473" y="90802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ASAEL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54596" y="2832443"/>
            <a:ext cx="294765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Reportar mascota sin RUAC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54596" y="4288552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8B6FF"/>
                </a:solidFill>
                <a:latin typeface="Open Sans"/>
                <a:ea typeface="Open Sans"/>
                <a:cs typeface="Open Sans"/>
                <a:sym typeface="Open Sans"/>
              </a:rPr>
              <a:t>Mac</a:t>
            </a:r>
            <a:r>
              <a:rPr lang="en-US" sz="1899">
                <a:solidFill>
                  <a:srgbClr val="38B6FF"/>
                </a:solidFill>
                <a:latin typeface="Open Sans"/>
                <a:ea typeface="Open Sans"/>
                <a:cs typeface="Open Sans"/>
                <a:sym typeface="Open Sans"/>
              </a:rPr>
              <a:t>otas Guardadas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28700" y="1292967"/>
            <a:ext cx="1854668" cy="33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Editar perfil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54596" y="3746262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Reportes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54596" y="6284382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Reportar errores técnicos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54596" y="4811792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 todos lo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boletines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54596" y="6921929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Cerrar sesión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16739" y="5354082"/>
            <a:ext cx="294765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Buscar mascotas perdida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por No. de RUAC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54596" y="2194903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RESCATADOR/ALBERGUE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3"/>
              <a:stretch>
                <a:fillRect l="-16329" t="-35233" r="-8141" b="-51472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64240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-893522" y="2462014"/>
            <a:ext cx="226222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559694" y="2442964"/>
            <a:ext cx="19050" cy="179690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2056190" y="2818609"/>
            <a:ext cx="2583344" cy="258334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0" t="-7971" r="0" b="-797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ASAE</a:t>
            </a: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58779" y="5530541"/>
            <a:ext cx="217816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RUAC: NJUDE83410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Tryla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68481" y="7720620"/>
            <a:ext cx="475532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PUEDES GUARDAR UN MAX DE 10 PERROS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93223" y="2003047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Mascotas Guardadas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903632" y="2495394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Eliminar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-16329" t="-35233" r="-8141" b="-51472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6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45499" y="1548568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056196" y="2316509"/>
            <a:ext cx="2852640" cy="285264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86857" y="2316509"/>
            <a:ext cx="2852640" cy="285264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33333" t="0" r="-3333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35907" y="2316509"/>
            <a:ext cx="2852640" cy="28526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0" t="-12015" r="0" b="-1201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323749" y="2316509"/>
            <a:ext cx="2852640" cy="285264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0" t="-25046" r="0" b="-2504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056196" y="7606989"/>
            <a:ext cx="2852640" cy="285264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-49685" t="0" r="-49685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435907" y="7651275"/>
            <a:ext cx="2852640" cy="285264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-14583" t="0" r="-14583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30994" y="7651275"/>
            <a:ext cx="2852640" cy="285264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0"/>
              <a:stretch>
                <a:fillRect l="-12500" t="0" r="-1250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207180" y="7606989"/>
            <a:ext cx="2852640" cy="285264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60316" y="6177272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43305" y="6177272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323749" y="6177272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AutoShape 27" id="27"/>
          <p:cNvSpPr/>
          <p:nvPr/>
        </p:nvSpPr>
        <p:spPr>
          <a:xfrm flipV="true">
            <a:off x="2593673" y="6092439"/>
            <a:ext cx="15004310" cy="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 flipV="true">
            <a:off x="2593144" y="1680971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 flipV="true">
            <a:off x="6289837" y="1680968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2675141" y="6177272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AutoShape 31" id="31"/>
          <p:cNvSpPr/>
          <p:nvPr/>
        </p:nvSpPr>
        <p:spPr>
          <a:xfrm flipH="true" flipV="true">
            <a:off x="9987173" y="1680966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668488" y="1707589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H="true" flipV="true">
            <a:off x="17597454" y="1680964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3360300" y="1642871"/>
            <a:ext cx="220617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PLOKM22290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820473" y="803264"/>
            <a:ext cx="18546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ANÓNIMO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06054" y="1107721"/>
            <a:ext cx="18546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INICIAR SESIÓN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013967" y="524821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MAX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05105" y="527392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OIKOS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435907" y="527392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CALADRY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279148" y="524821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CALAMINA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138621" y="7070731"/>
            <a:ext cx="202243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JUIOP34567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444533" y="7047135"/>
            <a:ext cx="19949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KIOPJ49345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677150" y="7047135"/>
            <a:ext cx="237015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HUWQW91002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508022" y="7070731"/>
            <a:ext cx="225095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AAOOQ12312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101164" y="1669489"/>
            <a:ext cx="21965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ASDHU34898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780945" y="1669489"/>
            <a:ext cx="213514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KIHNH49593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673365" y="1642871"/>
            <a:ext cx="215340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LLOOP33442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13"/>
              <a:stretch>
                <a:fillRect l="-18728" t="-39491" r="-12496" b="-57345"/>
              </a:stretch>
            </a:blip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2316106" y="679250"/>
            <a:ext cx="17194861" cy="11662838"/>
          </a:xfrm>
          <a:custGeom>
            <a:avLst/>
            <a:gdLst/>
            <a:ahLst/>
            <a:cxnLst/>
            <a:rect r="r" b="b" t="t" l="l"/>
            <a:pathLst>
              <a:path h="11662838" w="17194861">
                <a:moveTo>
                  <a:pt x="0" y="0"/>
                </a:moveTo>
                <a:lnTo>
                  <a:pt x="17194861" y="0"/>
                </a:lnTo>
                <a:lnTo>
                  <a:pt x="17194861" y="11662838"/>
                </a:lnTo>
                <a:lnTo>
                  <a:pt x="0" y="11662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6000"/>
            </a:blip>
            <a:stretch>
              <a:fillRect l="-20582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-299973" y="753853"/>
            <a:ext cx="3654684" cy="10109787"/>
            <a:chOff x="0" y="0"/>
            <a:chExt cx="962551" cy="26626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62551" cy="2662660"/>
            </a:xfrm>
            <a:custGeom>
              <a:avLst/>
              <a:gdLst/>
              <a:ahLst/>
              <a:cxnLst/>
              <a:rect r="r" b="b" t="t" l="l"/>
              <a:pathLst>
                <a:path h="2662660" w="962551">
                  <a:moveTo>
                    <a:pt x="0" y="0"/>
                  </a:moveTo>
                  <a:lnTo>
                    <a:pt x="962551" y="0"/>
                  </a:lnTo>
                  <a:lnTo>
                    <a:pt x="962551" y="2662660"/>
                  </a:lnTo>
                  <a:lnTo>
                    <a:pt x="0" y="26626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62551" cy="2700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5918" y="906825"/>
            <a:ext cx="848485" cy="848485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5"/>
              <a:stretch>
                <a:fillRect l="0" t="-4237" r="0" b="-4237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OLIVER 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11836" y="2950076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Mis mascotas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11836" y="3587670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8B6FF"/>
                </a:solidFill>
                <a:latin typeface="Open Sans"/>
                <a:ea typeface="Open Sans"/>
                <a:cs typeface="Open Sans"/>
                <a:sym typeface="Open Sans"/>
              </a:rPr>
              <a:t>Hacer</a:t>
            </a:r>
            <a:r>
              <a:rPr lang="en-US" sz="1899">
                <a:solidFill>
                  <a:srgbClr val="38B6FF"/>
                </a:solidFill>
                <a:latin typeface="Open Sans"/>
                <a:ea typeface="Open Sans"/>
                <a:cs typeface="Open Sans"/>
                <a:sym typeface="Open Sans"/>
              </a:rPr>
              <a:t> reporte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28700" y="1292967"/>
            <a:ext cx="1854668" cy="33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Editar perfil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311836" y="4225210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Reportes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311836" y="7002127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Reportar errores técnicos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11836" y="4862750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 todos lo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boletines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11836" y="7608119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Cerrar sesión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311836" y="6068640"/>
            <a:ext cx="294765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Buscar mascotas perdida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por No. de RUAC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11836" y="5500290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scotas Guardadas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73979" y="2183935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DUEÑO DE PERROS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3"/>
              <a:stretch>
                <a:fillRect l="-16329" t="-35233" r="-8141" b="-51472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64240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237" r="0" b="-4237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-893522" y="2462014"/>
            <a:ext cx="226222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559694" y="2442964"/>
            <a:ext cx="19050" cy="179690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2056190" y="2818609"/>
            <a:ext cx="2583344" cy="258334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0" t="-7971" r="0" b="-797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58779" y="5530541"/>
            <a:ext cx="217816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RUAC: NJUDE83410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Tryla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93223" y="2003047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Hacer reporte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OLIVER 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87100" y="7682460"/>
            <a:ext cx="435198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Selecciona una mascota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-16329" t="-35233" r="-8141" b="-51472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6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12279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237" r="0" b="-4237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-893522" y="2462014"/>
            <a:ext cx="226222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559694" y="2442964"/>
            <a:ext cx="19050" cy="179690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2045034" y="3395876"/>
            <a:ext cx="7087810" cy="467944"/>
            <a:chOff x="0" y="0"/>
            <a:chExt cx="1866748" cy="1232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66748" cy="123245"/>
            </a:xfrm>
            <a:custGeom>
              <a:avLst/>
              <a:gdLst/>
              <a:ahLst/>
              <a:cxnLst/>
              <a:rect r="r" b="b" t="t" l="l"/>
              <a:pathLst>
                <a:path h="123245" w="1866748">
                  <a:moveTo>
                    <a:pt x="18569" y="0"/>
                  </a:moveTo>
                  <a:lnTo>
                    <a:pt x="1848179" y="0"/>
                  </a:lnTo>
                  <a:cubicBezTo>
                    <a:pt x="1853104" y="0"/>
                    <a:pt x="1857827" y="1956"/>
                    <a:pt x="1861310" y="5439"/>
                  </a:cubicBezTo>
                  <a:cubicBezTo>
                    <a:pt x="1864792" y="8921"/>
                    <a:pt x="1866748" y="13644"/>
                    <a:pt x="1866748" y="18569"/>
                  </a:cubicBezTo>
                  <a:lnTo>
                    <a:pt x="1866748" y="104676"/>
                  </a:lnTo>
                  <a:cubicBezTo>
                    <a:pt x="1866748" y="109600"/>
                    <a:pt x="1864792" y="114323"/>
                    <a:pt x="1861310" y="117806"/>
                  </a:cubicBezTo>
                  <a:cubicBezTo>
                    <a:pt x="1857827" y="121288"/>
                    <a:pt x="1853104" y="123245"/>
                    <a:pt x="1848179" y="123245"/>
                  </a:cubicBezTo>
                  <a:lnTo>
                    <a:pt x="18569" y="123245"/>
                  </a:lnTo>
                  <a:cubicBezTo>
                    <a:pt x="13644" y="123245"/>
                    <a:pt x="8921" y="121288"/>
                    <a:pt x="5439" y="117806"/>
                  </a:cubicBezTo>
                  <a:cubicBezTo>
                    <a:pt x="1956" y="114323"/>
                    <a:pt x="0" y="109600"/>
                    <a:pt x="0" y="104676"/>
                  </a:cubicBezTo>
                  <a:lnTo>
                    <a:pt x="0" y="18569"/>
                  </a:lnTo>
                  <a:cubicBezTo>
                    <a:pt x="0" y="13644"/>
                    <a:pt x="1956" y="8921"/>
                    <a:pt x="5439" y="5439"/>
                  </a:cubicBezTo>
                  <a:cubicBezTo>
                    <a:pt x="8921" y="1956"/>
                    <a:pt x="13644" y="0"/>
                    <a:pt x="18569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866748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-Selecciona una opción no mayor a 1 año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33912" y="9819056"/>
            <a:ext cx="3658359" cy="467944"/>
            <a:chOff x="0" y="0"/>
            <a:chExt cx="963518" cy="1232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3518" cy="123245"/>
            </a:xfrm>
            <a:custGeom>
              <a:avLst/>
              <a:gdLst/>
              <a:ahLst/>
              <a:cxnLst/>
              <a:rect r="r" b="b" t="t" l="l"/>
              <a:pathLst>
                <a:path h="123245" w="963518">
                  <a:moveTo>
                    <a:pt x="35976" y="0"/>
                  </a:moveTo>
                  <a:lnTo>
                    <a:pt x="927543" y="0"/>
                  </a:lnTo>
                  <a:cubicBezTo>
                    <a:pt x="947411" y="0"/>
                    <a:pt x="963518" y="16107"/>
                    <a:pt x="963518" y="35976"/>
                  </a:cubicBezTo>
                  <a:lnTo>
                    <a:pt x="963518" y="87269"/>
                  </a:lnTo>
                  <a:cubicBezTo>
                    <a:pt x="963518" y="107138"/>
                    <a:pt x="947411" y="123245"/>
                    <a:pt x="927543" y="123245"/>
                  </a:cubicBezTo>
                  <a:lnTo>
                    <a:pt x="35976" y="123245"/>
                  </a:lnTo>
                  <a:cubicBezTo>
                    <a:pt x="16107" y="123245"/>
                    <a:pt x="0" y="107138"/>
                    <a:pt x="0" y="87269"/>
                  </a:cubicBezTo>
                  <a:lnTo>
                    <a:pt x="0" y="35976"/>
                  </a:lnTo>
                  <a:cubicBezTo>
                    <a:pt x="0" y="16107"/>
                    <a:pt x="16107" y="0"/>
                    <a:pt x="35976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63518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REPORTAR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68243" y="3395876"/>
            <a:ext cx="4735615" cy="467944"/>
            <a:chOff x="0" y="0"/>
            <a:chExt cx="1247240" cy="1232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7240" cy="123245"/>
            </a:xfrm>
            <a:custGeom>
              <a:avLst/>
              <a:gdLst/>
              <a:ahLst/>
              <a:cxnLst/>
              <a:rect r="r" b="b" t="t" l="l"/>
              <a:pathLst>
                <a:path h="123245" w="1247240">
                  <a:moveTo>
                    <a:pt x="27792" y="0"/>
                  </a:moveTo>
                  <a:lnTo>
                    <a:pt x="1219448" y="0"/>
                  </a:lnTo>
                  <a:cubicBezTo>
                    <a:pt x="1226819" y="0"/>
                    <a:pt x="1233888" y="2928"/>
                    <a:pt x="1239100" y="8140"/>
                  </a:cubicBezTo>
                  <a:cubicBezTo>
                    <a:pt x="1244312" y="13352"/>
                    <a:pt x="1247240" y="20421"/>
                    <a:pt x="1247240" y="27792"/>
                  </a:cubicBezTo>
                  <a:lnTo>
                    <a:pt x="1247240" y="95452"/>
                  </a:lnTo>
                  <a:cubicBezTo>
                    <a:pt x="1247240" y="102823"/>
                    <a:pt x="1244312" y="109892"/>
                    <a:pt x="1239100" y="115104"/>
                  </a:cubicBezTo>
                  <a:cubicBezTo>
                    <a:pt x="1233888" y="120316"/>
                    <a:pt x="1226819" y="123245"/>
                    <a:pt x="1219448" y="123245"/>
                  </a:cubicBezTo>
                  <a:lnTo>
                    <a:pt x="27792" y="123245"/>
                  </a:lnTo>
                  <a:cubicBezTo>
                    <a:pt x="20421" y="123245"/>
                    <a:pt x="13352" y="120316"/>
                    <a:pt x="8140" y="115104"/>
                  </a:cubicBezTo>
                  <a:cubicBezTo>
                    <a:pt x="2928" y="109892"/>
                    <a:pt x="0" y="102823"/>
                    <a:pt x="0" y="95452"/>
                  </a:cubicBezTo>
                  <a:lnTo>
                    <a:pt x="0" y="27792"/>
                  </a:lnTo>
                  <a:cubicBezTo>
                    <a:pt x="0" y="20421"/>
                    <a:pt x="2928" y="13352"/>
                    <a:pt x="8140" y="8140"/>
                  </a:cubicBezTo>
                  <a:cubicBezTo>
                    <a:pt x="13352" y="2928"/>
                    <a:pt x="20421" y="0"/>
                    <a:pt x="27792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47240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Debe ser de la Benito Juarez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86616" y="9045729"/>
            <a:ext cx="5887355" cy="425141"/>
            <a:chOff x="0" y="0"/>
            <a:chExt cx="1550579" cy="1119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0579" cy="111971"/>
            </a:xfrm>
            <a:custGeom>
              <a:avLst/>
              <a:gdLst/>
              <a:ahLst/>
              <a:cxnLst/>
              <a:rect r="r" b="b" t="t" l="l"/>
              <a:pathLst>
                <a:path h="111971" w="1550579">
                  <a:moveTo>
                    <a:pt x="22355" y="0"/>
                  </a:moveTo>
                  <a:lnTo>
                    <a:pt x="1528224" y="0"/>
                  </a:lnTo>
                  <a:cubicBezTo>
                    <a:pt x="1534153" y="0"/>
                    <a:pt x="1539839" y="2355"/>
                    <a:pt x="1544031" y="6548"/>
                  </a:cubicBezTo>
                  <a:cubicBezTo>
                    <a:pt x="1548224" y="10740"/>
                    <a:pt x="1550579" y="16426"/>
                    <a:pt x="1550579" y="22355"/>
                  </a:cubicBezTo>
                  <a:lnTo>
                    <a:pt x="1550579" y="89616"/>
                  </a:lnTo>
                  <a:cubicBezTo>
                    <a:pt x="1550579" y="95545"/>
                    <a:pt x="1548224" y="101231"/>
                    <a:pt x="1544031" y="105424"/>
                  </a:cubicBezTo>
                  <a:cubicBezTo>
                    <a:pt x="1539839" y="109616"/>
                    <a:pt x="1534153" y="111971"/>
                    <a:pt x="1528224" y="111971"/>
                  </a:cubicBezTo>
                  <a:lnTo>
                    <a:pt x="22355" y="111971"/>
                  </a:lnTo>
                  <a:cubicBezTo>
                    <a:pt x="16426" y="111971"/>
                    <a:pt x="10740" y="109616"/>
                    <a:pt x="6548" y="105424"/>
                  </a:cubicBezTo>
                  <a:cubicBezTo>
                    <a:pt x="2355" y="101231"/>
                    <a:pt x="0" y="95545"/>
                    <a:pt x="0" y="89616"/>
                  </a:cubicBezTo>
                  <a:lnTo>
                    <a:pt x="0" y="22355"/>
                  </a:lnTo>
                  <a:cubicBezTo>
                    <a:pt x="0" y="16426"/>
                    <a:pt x="2355" y="10740"/>
                    <a:pt x="6548" y="6548"/>
                  </a:cubicBezTo>
                  <a:cubicBezTo>
                    <a:pt x="10740" y="2355"/>
                    <a:pt x="16426" y="0"/>
                    <a:pt x="22355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550579" cy="150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186616" y="4002488"/>
            <a:ext cx="4383914" cy="4457470"/>
          </a:xfrm>
          <a:custGeom>
            <a:avLst/>
            <a:gdLst/>
            <a:ahLst/>
            <a:cxnLst/>
            <a:rect r="r" b="b" t="t" l="l"/>
            <a:pathLst>
              <a:path h="4457470" w="4383914">
                <a:moveTo>
                  <a:pt x="0" y="0"/>
                </a:moveTo>
                <a:lnTo>
                  <a:pt x="4383914" y="0"/>
                </a:lnTo>
                <a:lnTo>
                  <a:pt x="4383914" y="4457470"/>
                </a:lnTo>
                <a:lnTo>
                  <a:pt x="0" y="4457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373894" y="5175004"/>
            <a:ext cx="5639473" cy="2819737"/>
          </a:xfrm>
          <a:custGeom>
            <a:avLst/>
            <a:gdLst/>
            <a:ahLst/>
            <a:cxnLst/>
            <a:rect r="r" b="b" t="t" l="l"/>
            <a:pathLst>
              <a:path h="2819737" w="5639473">
                <a:moveTo>
                  <a:pt x="0" y="0"/>
                </a:moveTo>
                <a:lnTo>
                  <a:pt x="5639473" y="0"/>
                </a:lnTo>
                <a:lnTo>
                  <a:pt x="5639473" y="2819737"/>
                </a:lnTo>
                <a:lnTo>
                  <a:pt x="0" y="2819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OLIVER 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56190" y="2683406"/>
            <a:ext cx="3298708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Fecha de los hechos: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14488" y="2788181"/>
            <a:ext cx="2179520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Código Postal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86616" y="8368338"/>
            <a:ext cx="7259565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Resumen de los hechos (Max 120 caracteres):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414488" y="4099365"/>
            <a:ext cx="3361080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Lugar de los hechos: 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31663" y="4564185"/>
            <a:ext cx="5923934" cy="467944"/>
            <a:chOff x="0" y="0"/>
            <a:chExt cx="1560213" cy="1232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60213" cy="123245"/>
            </a:xfrm>
            <a:custGeom>
              <a:avLst/>
              <a:gdLst/>
              <a:ahLst/>
              <a:cxnLst/>
              <a:rect r="r" b="b" t="t" l="l"/>
              <a:pathLst>
                <a:path h="123245" w="1560213">
                  <a:moveTo>
                    <a:pt x="22217" y="0"/>
                  </a:moveTo>
                  <a:lnTo>
                    <a:pt x="1537996" y="0"/>
                  </a:lnTo>
                  <a:cubicBezTo>
                    <a:pt x="1543888" y="0"/>
                    <a:pt x="1549539" y="2341"/>
                    <a:pt x="1553706" y="6507"/>
                  </a:cubicBezTo>
                  <a:cubicBezTo>
                    <a:pt x="1557872" y="10674"/>
                    <a:pt x="1560213" y="16325"/>
                    <a:pt x="1560213" y="22217"/>
                  </a:cubicBezTo>
                  <a:lnTo>
                    <a:pt x="1560213" y="101027"/>
                  </a:lnTo>
                  <a:cubicBezTo>
                    <a:pt x="1560213" y="106920"/>
                    <a:pt x="1557872" y="112571"/>
                    <a:pt x="1553706" y="116737"/>
                  </a:cubicBezTo>
                  <a:cubicBezTo>
                    <a:pt x="1549539" y="120904"/>
                    <a:pt x="1543888" y="123245"/>
                    <a:pt x="1537996" y="123245"/>
                  </a:cubicBezTo>
                  <a:lnTo>
                    <a:pt x="22217" y="123245"/>
                  </a:lnTo>
                  <a:cubicBezTo>
                    <a:pt x="16325" y="123245"/>
                    <a:pt x="10674" y="120904"/>
                    <a:pt x="6507" y="116737"/>
                  </a:cubicBezTo>
                  <a:cubicBezTo>
                    <a:pt x="2341" y="112571"/>
                    <a:pt x="0" y="106920"/>
                    <a:pt x="0" y="101027"/>
                  </a:cubicBezTo>
                  <a:lnTo>
                    <a:pt x="0" y="22217"/>
                  </a:lnTo>
                  <a:cubicBezTo>
                    <a:pt x="0" y="16325"/>
                    <a:pt x="2341" y="10674"/>
                    <a:pt x="6507" y="6507"/>
                  </a:cubicBezTo>
                  <a:cubicBezTo>
                    <a:pt x="10674" y="2341"/>
                    <a:pt x="16325" y="0"/>
                    <a:pt x="22217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560213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-Selecciona una opción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275870" y="8198972"/>
            <a:ext cx="4888192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Recompensa ($1000 - $10000):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177847" y="8806668"/>
            <a:ext cx="5887355" cy="425141"/>
            <a:chOff x="0" y="0"/>
            <a:chExt cx="1550579" cy="1119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50579" cy="111971"/>
            </a:xfrm>
            <a:custGeom>
              <a:avLst/>
              <a:gdLst/>
              <a:ahLst/>
              <a:cxnLst/>
              <a:rect r="r" b="b" t="t" l="l"/>
              <a:pathLst>
                <a:path h="111971" w="1550579">
                  <a:moveTo>
                    <a:pt x="22355" y="0"/>
                  </a:moveTo>
                  <a:lnTo>
                    <a:pt x="1528224" y="0"/>
                  </a:lnTo>
                  <a:cubicBezTo>
                    <a:pt x="1534153" y="0"/>
                    <a:pt x="1539839" y="2355"/>
                    <a:pt x="1544031" y="6548"/>
                  </a:cubicBezTo>
                  <a:cubicBezTo>
                    <a:pt x="1548224" y="10740"/>
                    <a:pt x="1550579" y="16426"/>
                    <a:pt x="1550579" y="22355"/>
                  </a:cubicBezTo>
                  <a:lnTo>
                    <a:pt x="1550579" y="89616"/>
                  </a:lnTo>
                  <a:cubicBezTo>
                    <a:pt x="1550579" y="95545"/>
                    <a:pt x="1548224" y="101231"/>
                    <a:pt x="1544031" y="105424"/>
                  </a:cubicBezTo>
                  <a:cubicBezTo>
                    <a:pt x="1539839" y="109616"/>
                    <a:pt x="1534153" y="111971"/>
                    <a:pt x="1528224" y="111971"/>
                  </a:cubicBezTo>
                  <a:lnTo>
                    <a:pt x="22355" y="111971"/>
                  </a:lnTo>
                  <a:cubicBezTo>
                    <a:pt x="16426" y="111971"/>
                    <a:pt x="10740" y="109616"/>
                    <a:pt x="6548" y="105424"/>
                  </a:cubicBezTo>
                  <a:cubicBezTo>
                    <a:pt x="2355" y="101231"/>
                    <a:pt x="0" y="95545"/>
                    <a:pt x="0" y="89616"/>
                  </a:cubicBezTo>
                  <a:lnTo>
                    <a:pt x="0" y="22355"/>
                  </a:lnTo>
                  <a:cubicBezTo>
                    <a:pt x="0" y="16426"/>
                    <a:pt x="2355" y="10740"/>
                    <a:pt x="6548" y="6548"/>
                  </a:cubicBezTo>
                  <a:cubicBezTo>
                    <a:pt x="10740" y="2355"/>
                    <a:pt x="16426" y="0"/>
                    <a:pt x="22355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550579" cy="150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-16329" t="-35233" r="-8141" b="-51472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7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12279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237" r="0" b="-4237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-893522" y="2462014"/>
            <a:ext cx="226222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559694" y="2442964"/>
            <a:ext cx="19050" cy="179690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7371619" y="2937663"/>
            <a:ext cx="5261956" cy="5261956"/>
          </a:xfrm>
          <a:custGeom>
            <a:avLst/>
            <a:gdLst/>
            <a:ahLst/>
            <a:cxnLst/>
            <a:rect r="r" b="b" t="t" l="l"/>
            <a:pathLst>
              <a:path h="5261956" w="5261956">
                <a:moveTo>
                  <a:pt x="0" y="0"/>
                </a:moveTo>
                <a:lnTo>
                  <a:pt x="5261956" y="0"/>
                </a:lnTo>
                <a:lnTo>
                  <a:pt x="5261956" y="5261956"/>
                </a:lnTo>
                <a:lnTo>
                  <a:pt x="0" y="52619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OLIVER 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37727" y="7842749"/>
            <a:ext cx="7616617" cy="101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Boletín 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impreso correctamente.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es necesario hacer el reporte de nuevo.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-16329" t="-35233" r="-8141" b="-5147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6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64240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-626403" y="1887005"/>
            <a:ext cx="226222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9050" y="1887046"/>
            <a:ext cx="19050" cy="179690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366383" y="3384636"/>
            <a:ext cx="6597553" cy="659755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0" t="-7971" r="0" b="-797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ASAE</a:t>
            </a: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73170" y="3301206"/>
            <a:ext cx="5479316" cy="684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RUAC: NJUDE83410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Fecha de emisión: 2026-01-20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= Tryla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Edad = 5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Sexo = hembra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Raza = Golden Retriever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Pelaje = pelo liso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Color de ojos = cafés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Color = Dorado claro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Tamaño = G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Peso = 30 kg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Señas particulares = Orejas caídas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Collar = No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Fecha de los hechos: 2026-01-19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Lugar de los hechos: Parque de los venados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Resumen de los hechos: Se escapo</a:t>
            </a:r>
          </a:p>
          <a:p>
            <a:pPr algn="l">
              <a:lnSpc>
                <a:spcPts val="3048"/>
              </a:lnSpc>
              <a:spcBef>
                <a:spcPct val="0"/>
              </a:spcBef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Recompensa = $3000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46572" y="1818146"/>
            <a:ext cx="5463751" cy="156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AutoShape 20" id="20"/>
          <p:cNvSpPr/>
          <p:nvPr/>
        </p:nvSpPr>
        <p:spPr>
          <a:xfrm flipH="true">
            <a:off x="12733435" y="1887066"/>
            <a:ext cx="19050" cy="179690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366383" y="2175160"/>
            <a:ext cx="1614781" cy="940371"/>
            <a:chOff x="0" y="0"/>
            <a:chExt cx="1395719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95719" cy="812800"/>
            </a:xfrm>
            <a:custGeom>
              <a:avLst/>
              <a:gdLst/>
              <a:ahLst/>
              <a:cxnLst/>
              <a:rect r="r" b="b" t="t" l="l"/>
              <a:pathLst>
                <a:path h="812800" w="1395719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395719" y="203200"/>
                  </a:lnTo>
                  <a:lnTo>
                    <a:pt x="1395719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01600" y="165100"/>
              <a:ext cx="129411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Regresar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2733435" y="9487229"/>
            <a:ext cx="226222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2936561" y="9658973"/>
            <a:ext cx="143619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COMENTAR: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553727" y="9658973"/>
            <a:ext cx="232631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ACA9A6"/>
                </a:solidFill>
                <a:latin typeface="Open Sans"/>
                <a:ea typeface="Open Sans"/>
                <a:cs typeface="Open Sans"/>
                <a:sym typeface="Open Sans"/>
              </a:rPr>
              <a:t>(Max 120 caracteres)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076335" y="2096555"/>
            <a:ext cx="848485" cy="84848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076335" y="3679715"/>
            <a:ext cx="848485" cy="84848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076335" y="5262875"/>
            <a:ext cx="848485" cy="848485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4065233" y="2506458"/>
            <a:ext cx="176496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COMENTARIO 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065233" y="4065858"/>
            <a:ext cx="176496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COMENTARIO 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065233" y="5649017"/>
            <a:ext cx="176496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COMENTARIO 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65233" y="5363902"/>
            <a:ext cx="117736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ANONIMO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065233" y="3780743"/>
            <a:ext cx="117736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ANONIMO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065233" y="2221343"/>
            <a:ext cx="117736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ANONIMO</a:t>
            </a:r>
          </a:p>
        </p:txBody>
      </p:sp>
      <p:grpSp>
        <p:nvGrpSpPr>
          <p:cNvPr name="Group 39" id="39"/>
          <p:cNvGrpSpPr/>
          <p:nvPr/>
        </p:nvGrpSpPr>
        <p:grpSpPr>
          <a:xfrm rot="-5400000">
            <a:off x="10781290" y="2191978"/>
            <a:ext cx="705609" cy="569782"/>
            <a:chOff x="0" y="0"/>
            <a:chExt cx="812800" cy="65633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656338"/>
            </a:xfrm>
            <a:custGeom>
              <a:avLst/>
              <a:gdLst/>
              <a:ahLst/>
              <a:cxnLst/>
              <a:rect r="r" b="b" t="t" l="l"/>
              <a:pathLst>
                <a:path h="656338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328169"/>
                  </a:lnTo>
                  <a:lnTo>
                    <a:pt x="609600" y="656338"/>
                  </a:lnTo>
                  <a:lnTo>
                    <a:pt x="0" y="656338"/>
                  </a:lnTo>
                  <a:lnTo>
                    <a:pt x="203200" y="328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558800" cy="694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0647460" y="2992666"/>
            <a:ext cx="194653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Guardar Mascota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-16329" t="-35233" r="-8141" b="-51472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7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402738" y="1430936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056196" y="2316509"/>
            <a:ext cx="2852640" cy="285264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86857" y="2316509"/>
            <a:ext cx="2852640" cy="285264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33333" t="0" r="-3333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35907" y="2316509"/>
            <a:ext cx="2852640" cy="28526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0" t="-12015" r="0" b="-1201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323749" y="2316509"/>
            <a:ext cx="2852640" cy="285264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0" t="-25046" r="0" b="-2504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056196" y="7606989"/>
            <a:ext cx="2852640" cy="285264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-49685" t="0" r="-49685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435907" y="7651275"/>
            <a:ext cx="2852640" cy="285264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-14583" t="0" r="-14583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30994" y="7651275"/>
            <a:ext cx="2852640" cy="285264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0"/>
              <a:stretch>
                <a:fillRect l="-12500" t="0" r="-1250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207180" y="7606989"/>
            <a:ext cx="2852640" cy="285264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960316" y="6177272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43305" y="6177272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23749" y="6177272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AutoShape 26" id="26"/>
          <p:cNvSpPr/>
          <p:nvPr/>
        </p:nvSpPr>
        <p:spPr>
          <a:xfrm flipV="true">
            <a:off x="2593673" y="6092439"/>
            <a:ext cx="15004310" cy="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2593144" y="1680971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 flipV="true">
            <a:off x="6289837" y="1680968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2675141" y="6177272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AutoShape 30" id="30"/>
          <p:cNvSpPr/>
          <p:nvPr/>
        </p:nvSpPr>
        <p:spPr>
          <a:xfrm flipH="true" flipV="true">
            <a:off x="9987173" y="1680966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H="true" flipV="true">
            <a:off x="13668488" y="1707589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7597454" y="1680964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3360300" y="1642871"/>
            <a:ext cx="220617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PLOKM22290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820473" y="803264"/>
            <a:ext cx="18546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ANÓNIMO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06054" y="1107721"/>
            <a:ext cx="18546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INICIAR SESIÓN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13967" y="524821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MAX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705105" y="527392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OIKOS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435907" y="527392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CALADRY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279148" y="524821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CALAMINA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138621" y="7070731"/>
            <a:ext cx="202243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JUIOP34567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444533" y="7047135"/>
            <a:ext cx="19949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KIOPJ49345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677150" y="7047135"/>
            <a:ext cx="237015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HUWQW91002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508022" y="7070731"/>
            <a:ext cx="225095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AAOOQ12312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101164" y="1669489"/>
            <a:ext cx="21965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ASDHU34898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780945" y="1669489"/>
            <a:ext cx="213514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KIHNH49593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673365" y="1642871"/>
            <a:ext cx="215340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LLOOP33442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13"/>
              <a:stretch>
                <a:fillRect l="-18728" t="-39491" r="-12496" b="-57345"/>
              </a:stretch>
            </a:blipFill>
          </p:spPr>
        </p:sp>
      </p:grpSp>
      <p:sp>
        <p:nvSpPr>
          <p:cNvPr name="Freeform 54" id="54"/>
          <p:cNvSpPr/>
          <p:nvPr/>
        </p:nvSpPr>
        <p:spPr>
          <a:xfrm flipH="false" flipV="false" rot="0">
            <a:off x="2316106" y="679250"/>
            <a:ext cx="17194861" cy="11662838"/>
          </a:xfrm>
          <a:custGeom>
            <a:avLst/>
            <a:gdLst/>
            <a:ahLst/>
            <a:cxnLst/>
            <a:rect r="r" b="b" t="t" l="l"/>
            <a:pathLst>
              <a:path h="11662838" w="17194861">
                <a:moveTo>
                  <a:pt x="0" y="0"/>
                </a:moveTo>
                <a:lnTo>
                  <a:pt x="17194861" y="0"/>
                </a:lnTo>
                <a:lnTo>
                  <a:pt x="17194861" y="11662838"/>
                </a:lnTo>
                <a:lnTo>
                  <a:pt x="0" y="11662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6000"/>
            </a:blip>
            <a:stretch>
              <a:fillRect l="-20582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-299973" y="753853"/>
            <a:ext cx="3654684" cy="10109787"/>
            <a:chOff x="0" y="0"/>
            <a:chExt cx="962551" cy="26626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62551" cy="2662660"/>
            </a:xfrm>
            <a:custGeom>
              <a:avLst/>
              <a:gdLst/>
              <a:ahLst/>
              <a:cxnLst/>
              <a:rect r="r" b="b" t="t" l="l"/>
              <a:pathLst>
                <a:path h="2662660" w="962551">
                  <a:moveTo>
                    <a:pt x="0" y="0"/>
                  </a:moveTo>
                  <a:lnTo>
                    <a:pt x="962551" y="0"/>
                  </a:lnTo>
                  <a:lnTo>
                    <a:pt x="962551" y="2662660"/>
                  </a:lnTo>
                  <a:lnTo>
                    <a:pt x="0" y="26626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62551" cy="2700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5918" y="906825"/>
            <a:ext cx="848485" cy="848485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20473" y="90802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ASAEL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54596" y="2832443"/>
            <a:ext cx="294765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8B6FF"/>
                </a:solidFill>
                <a:latin typeface="Open Sans"/>
                <a:ea typeface="Open Sans"/>
                <a:cs typeface="Open Sans"/>
                <a:sym typeface="Open Sans"/>
              </a:rPr>
              <a:t>Reportar mascota sin RUAC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54596" y="4288552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Mac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otas Guardadas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28700" y="1292967"/>
            <a:ext cx="1854668" cy="33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Editar perfil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54596" y="3746262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Reportes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54596" y="6284382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Reportar errores técnicos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54596" y="4811792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 todos lo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boletines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54596" y="6921929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Cerrar sesión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16739" y="5354082"/>
            <a:ext cx="294765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Buscar mascotas perdida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por No. de RUAC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54596" y="2194903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RESCATADOR/ALBERGUE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3"/>
              <a:stretch>
                <a:fillRect l="-16329" t="-35233" r="-8141" b="-51472"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12279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-893522" y="2462014"/>
            <a:ext cx="226222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559694" y="2442964"/>
            <a:ext cx="19050" cy="179690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45034" y="2772463"/>
            <a:ext cx="7098966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 la mascota: (Max 20 caracteres):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045034" y="3395876"/>
            <a:ext cx="7087810" cy="425141"/>
            <a:chOff x="0" y="0"/>
            <a:chExt cx="1866748" cy="1119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66748" cy="111971"/>
            </a:xfrm>
            <a:custGeom>
              <a:avLst/>
              <a:gdLst/>
              <a:ahLst/>
              <a:cxnLst/>
              <a:rect r="r" b="b" t="t" l="l"/>
              <a:pathLst>
                <a:path h="111971" w="1866748">
                  <a:moveTo>
                    <a:pt x="18569" y="0"/>
                  </a:moveTo>
                  <a:lnTo>
                    <a:pt x="1848179" y="0"/>
                  </a:lnTo>
                  <a:cubicBezTo>
                    <a:pt x="1853104" y="0"/>
                    <a:pt x="1857827" y="1956"/>
                    <a:pt x="1861310" y="5439"/>
                  </a:cubicBezTo>
                  <a:cubicBezTo>
                    <a:pt x="1864792" y="8921"/>
                    <a:pt x="1866748" y="13644"/>
                    <a:pt x="1866748" y="18569"/>
                  </a:cubicBezTo>
                  <a:lnTo>
                    <a:pt x="1866748" y="93402"/>
                  </a:lnTo>
                  <a:cubicBezTo>
                    <a:pt x="1866748" y="98327"/>
                    <a:pt x="1864792" y="103050"/>
                    <a:pt x="1861310" y="106533"/>
                  </a:cubicBezTo>
                  <a:cubicBezTo>
                    <a:pt x="1857827" y="110015"/>
                    <a:pt x="1853104" y="111971"/>
                    <a:pt x="1848179" y="111971"/>
                  </a:cubicBezTo>
                  <a:lnTo>
                    <a:pt x="18569" y="111971"/>
                  </a:lnTo>
                  <a:cubicBezTo>
                    <a:pt x="13644" y="111971"/>
                    <a:pt x="8921" y="110015"/>
                    <a:pt x="5439" y="106533"/>
                  </a:cubicBezTo>
                  <a:cubicBezTo>
                    <a:pt x="1956" y="103050"/>
                    <a:pt x="0" y="98327"/>
                    <a:pt x="0" y="93402"/>
                  </a:cubicBezTo>
                  <a:lnTo>
                    <a:pt x="0" y="18569"/>
                  </a:lnTo>
                  <a:cubicBezTo>
                    <a:pt x="0" y="13644"/>
                    <a:pt x="1956" y="8921"/>
                    <a:pt x="5439" y="5439"/>
                  </a:cubicBezTo>
                  <a:cubicBezTo>
                    <a:pt x="8921" y="1956"/>
                    <a:pt x="13644" y="0"/>
                    <a:pt x="18569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866748" cy="150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033912" y="9819056"/>
            <a:ext cx="3658359" cy="467944"/>
            <a:chOff x="0" y="0"/>
            <a:chExt cx="963518" cy="1232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3518" cy="123245"/>
            </a:xfrm>
            <a:custGeom>
              <a:avLst/>
              <a:gdLst/>
              <a:ahLst/>
              <a:cxnLst/>
              <a:rect r="r" b="b" t="t" l="l"/>
              <a:pathLst>
                <a:path h="123245" w="963518">
                  <a:moveTo>
                    <a:pt x="35976" y="0"/>
                  </a:moveTo>
                  <a:lnTo>
                    <a:pt x="927543" y="0"/>
                  </a:lnTo>
                  <a:cubicBezTo>
                    <a:pt x="947411" y="0"/>
                    <a:pt x="963518" y="16107"/>
                    <a:pt x="963518" y="35976"/>
                  </a:cubicBezTo>
                  <a:lnTo>
                    <a:pt x="963518" y="87269"/>
                  </a:lnTo>
                  <a:cubicBezTo>
                    <a:pt x="963518" y="107138"/>
                    <a:pt x="947411" y="123245"/>
                    <a:pt x="927543" y="123245"/>
                  </a:cubicBezTo>
                  <a:lnTo>
                    <a:pt x="35976" y="123245"/>
                  </a:lnTo>
                  <a:cubicBezTo>
                    <a:pt x="16107" y="123245"/>
                    <a:pt x="0" y="107138"/>
                    <a:pt x="0" y="87269"/>
                  </a:cubicBezTo>
                  <a:lnTo>
                    <a:pt x="0" y="35976"/>
                  </a:lnTo>
                  <a:cubicBezTo>
                    <a:pt x="0" y="16107"/>
                    <a:pt x="16107" y="0"/>
                    <a:pt x="35976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63518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Siguiente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056190" y="5347207"/>
            <a:ext cx="5872622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Sexo de la mascota (Macho/Hembra)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24305" y="5842550"/>
            <a:ext cx="1262739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MACHO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76523" y="5842550"/>
            <a:ext cx="1404126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HEMBRA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244591" y="5812027"/>
            <a:ext cx="583015" cy="583015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563328" y="5812027"/>
            <a:ext cx="583015" cy="583015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045034" y="6499817"/>
            <a:ext cx="753611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Raza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045034" y="7050363"/>
            <a:ext cx="4735615" cy="467944"/>
            <a:chOff x="0" y="0"/>
            <a:chExt cx="1247240" cy="12324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47240" cy="123245"/>
            </a:xfrm>
            <a:custGeom>
              <a:avLst/>
              <a:gdLst/>
              <a:ahLst/>
              <a:cxnLst/>
              <a:rect r="r" b="b" t="t" l="l"/>
              <a:pathLst>
                <a:path h="123245" w="1247240">
                  <a:moveTo>
                    <a:pt x="27792" y="0"/>
                  </a:moveTo>
                  <a:lnTo>
                    <a:pt x="1219448" y="0"/>
                  </a:lnTo>
                  <a:cubicBezTo>
                    <a:pt x="1226819" y="0"/>
                    <a:pt x="1233888" y="2928"/>
                    <a:pt x="1239100" y="8140"/>
                  </a:cubicBezTo>
                  <a:cubicBezTo>
                    <a:pt x="1244312" y="13352"/>
                    <a:pt x="1247240" y="20421"/>
                    <a:pt x="1247240" y="27792"/>
                  </a:cubicBezTo>
                  <a:lnTo>
                    <a:pt x="1247240" y="95452"/>
                  </a:lnTo>
                  <a:cubicBezTo>
                    <a:pt x="1247240" y="102823"/>
                    <a:pt x="1244312" y="109892"/>
                    <a:pt x="1239100" y="115104"/>
                  </a:cubicBezTo>
                  <a:cubicBezTo>
                    <a:pt x="1233888" y="120316"/>
                    <a:pt x="1226819" y="123245"/>
                    <a:pt x="1219448" y="123245"/>
                  </a:cubicBezTo>
                  <a:lnTo>
                    <a:pt x="27792" y="123245"/>
                  </a:lnTo>
                  <a:cubicBezTo>
                    <a:pt x="20421" y="123245"/>
                    <a:pt x="13352" y="120316"/>
                    <a:pt x="8140" y="115104"/>
                  </a:cubicBezTo>
                  <a:cubicBezTo>
                    <a:pt x="2928" y="109892"/>
                    <a:pt x="0" y="102823"/>
                    <a:pt x="0" y="95452"/>
                  </a:cubicBezTo>
                  <a:lnTo>
                    <a:pt x="0" y="27792"/>
                  </a:lnTo>
                  <a:cubicBezTo>
                    <a:pt x="0" y="20421"/>
                    <a:pt x="2928" y="13352"/>
                    <a:pt x="8140" y="8140"/>
                  </a:cubicBezTo>
                  <a:cubicBezTo>
                    <a:pt x="13352" y="2928"/>
                    <a:pt x="20421" y="0"/>
                    <a:pt x="27792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247240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-Selecciona una opción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2056190" y="7813582"/>
            <a:ext cx="2232828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Tipo de pelaje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2045034" y="8364128"/>
            <a:ext cx="4735615" cy="467944"/>
            <a:chOff x="0" y="0"/>
            <a:chExt cx="1247240" cy="1232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47240" cy="123245"/>
            </a:xfrm>
            <a:custGeom>
              <a:avLst/>
              <a:gdLst/>
              <a:ahLst/>
              <a:cxnLst/>
              <a:rect r="r" b="b" t="t" l="l"/>
              <a:pathLst>
                <a:path h="123245" w="1247240">
                  <a:moveTo>
                    <a:pt x="27792" y="0"/>
                  </a:moveTo>
                  <a:lnTo>
                    <a:pt x="1219448" y="0"/>
                  </a:lnTo>
                  <a:cubicBezTo>
                    <a:pt x="1226819" y="0"/>
                    <a:pt x="1233888" y="2928"/>
                    <a:pt x="1239100" y="8140"/>
                  </a:cubicBezTo>
                  <a:cubicBezTo>
                    <a:pt x="1244312" y="13352"/>
                    <a:pt x="1247240" y="20421"/>
                    <a:pt x="1247240" y="27792"/>
                  </a:cubicBezTo>
                  <a:lnTo>
                    <a:pt x="1247240" y="95452"/>
                  </a:lnTo>
                  <a:cubicBezTo>
                    <a:pt x="1247240" y="102823"/>
                    <a:pt x="1244312" y="109892"/>
                    <a:pt x="1239100" y="115104"/>
                  </a:cubicBezTo>
                  <a:cubicBezTo>
                    <a:pt x="1233888" y="120316"/>
                    <a:pt x="1226819" y="123245"/>
                    <a:pt x="1219448" y="123245"/>
                  </a:cubicBezTo>
                  <a:lnTo>
                    <a:pt x="27792" y="123245"/>
                  </a:lnTo>
                  <a:cubicBezTo>
                    <a:pt x="20421" y="123245"/>
                    <a:pt x="13352" y="120316"/>
                    <a:pt x="8140" y="115104"/>
                  </a:cubicBezTo>
                  <a:cubicBezTo>
                    <a:pt x="2928" y="109892"/>
                    <a:pt x="0" y="102823"/>
                    <a:pt x="0" y="95452"/>
                  </a:cubicBezTo>
                  <a:lnTo>
                    <a:pt x="0" y="27792"/>
                  </a:lnTo>
                  <a:cubicBezTo>
                    <a:pt x="0" y="20421"/>
                    <a:pt x="2928" y="13352"/>
                    <a:pt x="8140" y="8140"/>
                  </a:cubicBezTo>
                  <a:cubicBezTo>
                    <a:pt x="13352" y="2928"/>
                    <a:pt x="20421" y="0"/>
                    <a:pt x="27792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247240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-Selecciona una opción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414488" y="2772463"/>
            <a:ext cx="2101994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Color de ojos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268243" y="3395876"/>
            <a:ext cx="4735615" cy="467944"/>
            <a:chOff x="0" y="0"/>
            <a:chExt cx="1247240" cy="12324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47240" cy="123245"/>
            </a:xfrm>
            <a:custGeom>
              <a:avLst/>
              <a:gdLst/>
              <a:ahLst/>
              <a:cxnLst/>
              <a:rect r="r" b="b" t="t" l="l"/>
              <a:pathLst>
                <a:path h="123245" w="1247240">
                  <a:moveTo>
                    <a:pt x="27792" y="0"/>
                  </a:moveTo>
                  <a:lnTo>
                    <a:pt x="1219448" y="0"/>
                  </a:lnTo>
                  <a:cubicBezTo>
                    <a:pt x="1226819" y="0"/>
                    <a:pt x="1233888" y="2928"/>
                    <a:pt x="1239100" y="8140"/>
                  </a:cubicBezTo>
                  <a:cubicBezTo>
                    <a:pt x="1244312" y="13352"/>
                    <a:pt x="1247240" y="20421"/>
                    <a:pt x="1247240" y="27792"/>
                  </a:cubicBezTo>
                  <a:lnTo>
                    <a:pt x="1247240" y="95452"/>
                  </a:lnTo>
                  <a:cubicBezTo>
                    <a:pt x="1247240" y="102823"/>
                    <a:pt x="1244312" y="109892"/>
                    <a:pt x="1239100" y="115104"/>
                  </a:cubicBezTo>
                  <a:cubicBezTo>
                    <a:pt x="1233888" y="120316"/>
                    <a:pt x="1226819" y="123245"/>
                    <a:pt x="1219448" y="123245"/>
                  </a:cubicBezTo>
                  <a:lnTo>
                    <a:pt x="27792" y="123245"/>
                  </a:lnTo>
                  <a:cubicBezTo>
                    <a:pt x="20421" y="123245"/>
                    <a:pt x="13352" y="120316"/>
                    <a:pt x="8140" y="115104"/>
                  </a:cubicBezTo>
                  <a:cubicBezTo>
                    <a:pt x="2928" y="109892"/>
                    <a:pt x="0" y="102823"/>
                    <a:pt x="0" y="95452"/>
                  </a:cubicBezTo>
                  <a:lnTo>
                    <a:pt x="0" y="27792"/>
                  </a:lnTo>
                  <a:cubicBezTo>
                    <a:pt x="0" y="20421"/>
                    <a:pt x="2928" y="13352"/>
                    <a:pt x="8140" y="8140"/>
                  </a:cubicBezTo>
                  <a:cubicBezTo>
                    <a:pt x="13352" y="2928"/>
                    <a:pt x="20421" y="0"/>
                    <a:pt x="27792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247240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-Selecciona una opción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414488" y="4116292"/>
            <a:ext cx="3159080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Color de la mascota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268243" y="4743038"/>
            <a:ext cx="4735615" cy="467944"/>
            <a:chOff x="0" y="0"/>
            <a:chExt cx="1247240" cy="12324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47240" cy="123245"/>
            </a:xfrm>
            <a:custGeom>
              <a:avLst/>
              <a:gdLst/>
              <a:ahLst/>
              <a:cxnLst/>
              <a:rect r="r" b="b" t="t" l="l"/>
              <a:pathLst>
                <a:path h="123245" w="1247240">
                  <a:moveTo>
                    <a:pt x="27792" y="0"/>
                  </a:moveTo>
                  <a:lnTo>
                    <a:pt x="1219448" y="0"/>
                  </a:lnTo>
                  <a:cubicBezTo>
                    <a:pt x="1226819" y="0"/>
                    <a:pt x="1233888" y="2928"/>
                    <a:pt x="1239100" y="8140"/>
                  </a:cubicBezTo>
                  <a:cubicBezTo>
                    <a:pt x="1244312" y="13352"/>
                    <a:pt x="1247240" y="20421"/>
                    <a:pt x="1247240" y="27792"/>
                  </a:cubicBezTo>
                  <a:lnTo>
                    <a:pt x="1247240" y="95452"/>
                  </a:lnTo>
                  <a:cubicBezTo>
                    <a:pt x="1247240" y="102823"/>
                    <a:pt x="1244312" y="109892"/>
                    <a:pt x="1239100" y="115104"/>
                  </a:cubicBezTo>
                  <a:cubicBezTo>
                    <a:pt x="1233888" y="120316"/>
                    <a:pt x="1226819" y="123245"/>
                    <a:pt x="1219448" y="123245"/>
                  </a:cubicBezTo>
                  <a:lnTo>
                    <a:pt x="27792" y="123245"/>
                  </a:lnTo>
                  <a:cubicBezTo>
                    <a:pt x="20421" y="123245"/>
                    <a:pt x="13352" y="120316"/>
                    <a:pt x="8140" y="115104"/>
                  </a:cubicBezTo>
                  <a:cubicBezTo>
                    <a:pt x="2928" y="109892"/>
                    <a:pt x="0" y="102823"/>
                    <a:pt x="0" y="95452"/>
                  </a:cubicBezTo>
                  <a:lnTo>
                    <a:pt x="0" y="27792"/>
                  </a:lnTo>
                  <a:cubicBezTo>
                    <a:pt x="0" y="20421"/>
                    <a:pt x="2928" y="13352"/>
                    <a:pt x="8140" y="8140"/>
                  </a:cubicBezTo>
                  <a:cubicBezTo>
                    <a:pt x="13352" y="2928"/>
                    <a:pt x="20421" y="0"/>
                    <a:pt x="27792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247240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-Selecciona una opción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414488" y="5551042"/>
            <a:ext cx="1307387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Tamaño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068182" y="6215972"/>
            <a:ext cx="1048156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CHICO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357037" y="6194975"/>
            <a:ext cx="1588131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MEDIANO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299708" y="6215972"/>
            <a:ext cx="1377472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GRANDE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0268243" y="6164452"/>
            <a:ext cx="583015" cy="583015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602572" y="6164452"/>
            <a:ext cx="583015" cy="583015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5547697" y="6185450"/>
            <a:ext cx="583015" cy="583015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0414488" y="6907488"/>
            <a:ext cx="2966145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Peso: (Max 111 kg)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0414488" y="7591384"/>
            <a:ext cx="1936230" cy="425141"/>
            <a:chOff x="0" y="0"/>
            <a:chExt cx="509954" cy="11197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09954" cy="111971"/>
            </a:xfrm>
            <a:custGeom>
              <a:avLst/>
              <a:gdLst/>
              <a:ahLst/>
              <a:cxnLst/>
              <a:rect r="r" b="b" t="t" l="l"/>
              <a:pathLst>
                <a:path h="111971" w="509954">
                  <a:moveTo>
                    <a:pt x="55986" y="0"/>
                  </a:moveTo>
                  <a:lnTo>
                    <a:pt x="453968" y="0"/>
                  </a:lnTo>
                  <a:cubicBezTo>
                    <a:pt x="468816" y="0"/>
                    <a:pt x="483056" y="5898"/>
                    <a:pt x="493556" y="16398"/>
                  </a:cubicBezTo>
                  <a:cubicBezTo>
                    <a:pt x="504055" y="26897"/>
                    <a:pt x="509954" y="41137"/>
                    <a:pt x="509954" y="55986"/>
                  </a:cubicBezTo>
                  <a:lnTo>
                    <a:pt x="509954" y="55986"/>
                  </a:lnTo>
                  <a:cubicBezTo>
                    <a:pt x="509954" y="86906"/>
                    <a:pt x="484888" y="111971"/>
                    <a:pt x="453968" y="111971"/>
                  </a:cubicBezTo>
                  <a:lnTo>
                    <a:pt x="55986" y="111971"/>
                  </a:lnTo>
                  <a:cubicBezTo>
                    <a:pt x="41137" y="111971"/>
                    <a:pt x="26897" y="106073"/>
                    <a:pt x="16398" y="95574"/>
                  </a:cubicBezTo>
                  <a:cubicBezTo>
                    <a:pt x="5898" y="85074"/>
                    <a:pt x="0" y="70834"/>
                    <a:pt x="0" y="55986"/>
                  </a:cubicBezTo>
                  <a:lnTo>
                    <a:pt x="0" y="55986"/>
                  </a:lnTo>
                  <a:cubicBezTo>
                    <a:pt x="0" y="41137"/>
                    <a:pt x="5898" y="26897"/>
                    <a:pt x="16398" y="16398"/>
                  </a:cubicBezTo>
                  <a:cubicBezTo>
                    <a:pt x="26897" y="5898"/>
                    <a:pt x="41137" y="0"/>
                    <a:pt x="55986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509954" cy="150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ASAE</a:t>
            </a: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2115385" y="4069175"/>
            <a:ext cx="612909" cy="487457"/>
            <a:chOff x="0" y="0"/>
            <a:chExt cx="161425" cy="1283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61425" cy="128384"/>
            </a:xfrm>
            <a:custGeom>
              <a:avLst/>
              <a:gdLst/>
              <a:ahLst/>
              <a:cxnLst/>
              <a:rect r="r" b="b" t="t" l="l"/>
              <a:pathLst>
                <a:path h="128384" w="161425">
                  <a:moveTo>
                    <a:pt x="0" y="0"/>
                  </a:moveTo>
                  <a:lnTo>
                    <a:pt x="161425" y="0"/>
                  </a:lnTo>
                  <a:lnTo>
                    <a:pt x="161425" y="128384"/>
                  </a:lnTo>
                  <a:lnTo>
                    <a:pt x="0" y="128384"/>
                  </a:lnTo>
                  <a:close/>
                </a:path>
              </a:pathLst>
            </a:custGeom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61425" cy="16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2855104" y="4132246"/>
            <a:ext cx="252141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hay nombre visible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16329" t="-35233" r="-8141" b="-51472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5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12279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-893522" y="2462014"/>
            <a:ext cx="226222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559694" y="2442964"/>
            <a:ext cx="19050" cy="179690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2045034" y="3395876"/>
            <a:ext cx="7087810" cy="425141"/>
            <a:chOff x="0" y="0"/>
            <a:chExt cx="1866748" cy="1119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66748" cy="111971"/>
            </a:xfrm>
            <a:custGeom>
              <a:avLst/>
              <a:gdLst/>
              <a:ahLst/>
              <a:cxnLst/>
              <a:rect r="r" b="b" t="t" l="l"/>
              <a:pathLst>
                <a:path h="111971" w="1866748">
                  <a:moveTo>
                    <a:pt x="18569" y="0"/>
                  </a:moveTo>
                  <a:lnTo>
                    <a:pt x="1848179" y="0"/>
                  </a:lnTo>
                  <a:cubicBezTo>
                    <a:pt x="1853104" y="0"/>
                    <a:pt x="1857827" y="1956"/>
                    <a:pt x="1861310" y="5439"/>
                  </a:cubicBezTo>
                  <a:cubicBezTo>
                    <a:pt x="1864792" y="8921"/>
                    <a:pt x="1866748" y="13644"/>
                    <a:pt x="1866748" y="18569"/>
                  </a:cubicBezTo>
                  <a:lnTo>
                    <a:pt x="1866748" y="93402"/>
                  </a:lnTo>
                  <a:cubicBezTo>
                    <a:pt x="1866748" y="98327"/>
                    <a:pt x="1864792" y="103050"/>
                    <a:pt x="1861310" y="106533"/>
                  </a:cubicBezTo>
                  <a:cubicBezTo>
                    <a:pt x="1857827" y="110015"/>
                    <a:pt x="1853104" y="111971"/>
                    <a:pt x="1848179" y="111971"/>
                  </a:cubicBezTo>
                  <a:lnTo>
                    <a:pt x="18569" y="111971"/>
                  </a:lnTo>
                  <a:cubicBezTo>
                    <a:pt x="13644" y="111971"/>
                    <a:pt x="8921" y="110015"/>
                    <a:pt x="5439" y="106533"/>
                  </a:cubicBezTo>
                  <a:cubicBezTo>
                    <a:pt x="1956" y="103050"/>
                    <a:pt x="0" y="98327"/>
                    <a:pt x="0" y="93402"/>
                  </a:cubicBezTo>
                  <a:lnTo>
                    <a:pt x="0" y="18569"/>
                  </a:lnTo>
                  <a:cubicBezTo>
                    <a:pt x="0" y="13644"/>
                    <a:pt x="1956" y="8921"/>
                    <a:pt x="5439" y="5439"/>
                  </a:cubicBezTo>
                  <a:cubicBezTo>
                    <a:pt x="8921" y="1956"/>
                    <a:pt x="13644" y="0"/>
                    <a:pt x="18569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866748" cy="150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12793" y="8626638"/>
            <a:ext cx="3658359" cy="467944"/>
            <a:chOff x="0" y="0"/>
            <a:chExt cx="963518" cy="1232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3518" cy="123245"/>
            </a:xfrm>
            <a:custGeom>
              <a:avLst/>
              <a:gdLst/>
              <a:ahLst/>
              <a:cxnLst/>
              <a:rect r="r" b="b" t="t" l="l"/>
              <a:pathLst>
                <a:path h="123245" w="963518">
                  <a:moveTo>
                    <a:pt x="35976" y="0"/>
                  </a:moveTo>
                  <a:lnTo>
                    <a:pt x="927543" y="0"/>
                  </a:lnTo>
                  <a:cubicBezTo>
                    <a:pt x="947411" y="0"/>
                    <a:pt x="963518" y="16107"/>
                    <a:pt x="963518" y="35976"/>
                  </a:cubicBezTo>
                  <a:lnTo>
                    <a:pt x="963518" y="87269"/>
                  </a:lnTo>
                  <a:cubicBezTo>
                    <a:pt x="963518" y="107138"/>
                    <a:pt x="947411" y="123245"/>
                    <a:pt x="927543" y="123245"/>
                  </a:cubicBezTo>
                  <a:lnTo>
                    <a:pt x="35976" y="123245"/>
                  </a:lnTo>
                  <a:cubicBezTo>
                    <a:pt x="16107" y="123245"/>
                    <a:pt x="0" y="107138"/>
                    <a:pt x="0" y="87269"/>
                  </a:cubicBezTo>
                  <a:lnTo>
                    <a:pt x="0" y="35976"/>
                  </a:lnTo>
                  <a:cubicBezTo>
                    <a:pt x="0" y="16107"/>
                    <a:pt x="16107" y="0"/>
                    <a:pt x="35976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63518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Finalizar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77555" y="4718359"/>
            <a:ext cx="583015" cy="58301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77555" y="5463299"/>
            <a:ext cx="583015" cy="58301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220948" y="3210197"/>
            <a:ext cx="5246370" cy="524637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40759" t="0" r="-40759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56190" y="2772463"/>
            <a:ext cx="6219256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Señas particulares (Max 40 caracteres):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96835" y="4091613"/>
            <a:ext cx="927470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Collar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40449" y="4748881"/>
            <a:ext cx="283856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740449" y="5511491"/>
            <a:ext cx="525499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20948" y="8629761"/>
            <a:ext cx="5364848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Subir de 1 a 5 imágenes del perro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180132" y="4176246"/>
            <a:ext cx="3086100" cy="3086100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203200" y="635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1138676" y="9201150"/>
            <a:ext cx="6120624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Peso máximo del archivo 5 megabytes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462254" y="2583452"/>
            <a:ext cx="1790808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Obligatorio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849358" y="9473365"/>
            <a:ext cx="2066039" cy="467944"/>
            <a:chOff x="0" y="0"/>
            <a:chExt cx="544142" cy="12324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4142" cy="123245"/>
            </a:xfrm>
            <a:custGeom>
              <a:avLst/>
              <a:gdLst/>
              <a:ahLst/>
              <a:cxnLst/>
              <a:rect r="r" b="b" t="t" l="l"/>
              <a:pathLst>
                <a:path h="123245" w="544142">
                  <a:moveTo>
                    <a:pt x="61622" y="0"/>
                  </a:moveTo>
                  <a:lnTo>
                    <a:pt x="482520" y="0"/>
                  </a:lnTo>
                  <a:cubicBezTo>
                    <a:pt x="498863" y="0"/>
                    <a:pt x="514537" y="6492"/>
                    <a:pt x="526093" y="18049"/>
                  </a:cubicBezTo>
                  <a:cubicBezTo>
                    <a:pt x="537650" y="29605"/>
                    <a:pt x="544142" y="45279"/>
                    <a:pt x="544142" y="61622"/>
                  </a:cubicBezTo>
                  <a:lnTo>
                    <a:pt x="544142" y="61622"/>
                  </a:lnTo>
                  <a:cubicBezTo>
                    <a:pt x="544142" y="95655"/>
                    <a:pt x="516553" y="123245"/>
                    <a:pt x="482520" y="123245"/>
                  </a:cubicBezTo>
                  <a:lnTo>
                    <a:pt x="61622" y="123245"/>
                  </a:lnTo>
                  <a:cubicBezTo>
                    <a:pt x="27589" y="123245"/>
                    <a:pt x="0" y="95655"/>
                    <a:pt x="0" y="61622"/>
                  </a:cubicBezTo>
                  <a:lnTo>
                    <a:pt x="0" y="61622"/>
                  </a:lnTo>
                  <a:cubicBezTo>
                    <a:pt x="0" y="27589"/>
                    <a:pt x="27589" y="0"/>
                    <a:pt x="61622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44142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Regresar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ASAE</a:t>
            </a: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4551178" y="5194735"/>
            <a:ext cx="5639473" cy="2819737"/>
          </a:xfrm>
          <a:custGeom>
            <a:avLst/>
            <a:gdLst/>
            <a:ahLst/>
            <a:cxnLst/>
            <a:rect r="r" b="b" t="t" l="l"/>
            <a:pathLst>
              <a:path h="2819737" w="5639473">
                <a:moveTo>
                  <a:pt x="0" y="0"/>
                </a:moveTo>
                <a:lnTo>
                  <a:pt x="5639474" y="0"/>
                </a:lnTo>
                <a:lnTo>
                  <a:pt x="5639474" y="2819737"/>
                </a:lnTo>
                <a:lnTo>
                  <a:pt x="0" y="2819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4591773" y="4119096"/>
            <a:ext cx="3361080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Lugar de los hechos: 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4408948" y="4583916"/>
            <a:ext cx="5923934" cy="467944"/>
            <a:chOff x="0" y="0"/>
            <a:chExt cx="1560213" cy="12324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60213" cy="123245"/>
            </a:xfrm>
            <a:custGeom>
              <a:avLst/>
              <a:gdLst/>
              <a:ahLst/>
              <a:cxnLst/>
              <a:rect r="r" b="b" t="t" l="l"/>
              <a:pathLst>
                <a:path h="123245" w="1560213">
                  <a:moveTo>
                    <a:pt x="22217" y="0"/>
                  </a:moveTo>
                  <a:lnTo>
                    <a:pt x="1537996" y="0"/>
                  </a:lnTo>
                  <a:cubicBezTo>
                    <a:pt x="1543888" y="0"/>
                    <a:pt x="1549539" y="2341"/>
                    <a:pt x="1553706" y="6507"/>
                  </a:cubicBezTo>
                  <a:cubicBezTo>
                    <a:pt x="1557872" y="10674"/>
                    <a:pt x="1560213" y="16325"/>
                    <a:pt x="1560213" y="22217"/>
                  </a:cubicBezTo>
                  <a:lnTo>
                    <a:pt x="1560213" y="101027"/>
                  </a:lnTo>
                  <a:cubicBezTo>
                    <a:pt x="1560213" y="106920"/>
                    <a:pt x="1557872" y="112571"/>
                    <a:pt x="1553706" y="116737"/>
                  </a:cubicBezTo>
                  <a:cubicBezTo>
                    <a:pt x="1549539" y="120904"/>
                    <a:pt x="1543888" y="123245"/>
                    <a:pt x="1537996" y="123245"/>
                  </a:cubicBezTo>
                  <a:lnTo>
                    <a:pt x="22217" y="123245"/>
                  </a:lnTo>
                  <a:cubicBezTo>
                    <a:pt x="16325" y="123245"/>
                    <a:pt x="10674" y="120904"/>
                    <a:pt x="6507" y="116737"/>
                  </a:cubicBezTo>
                  <a:cubicBezTo>
                    <a:pt x="2341" y="112571"/>
                    <a:pt x="0" y="106920"/>
                    <a:pt x="0" y="101027"/>
                  </a:cubicBezTo>
                  <a:lnTo>
                    <a:pt x="0" y="22217"/>
                  </a:lnTo>
                  <a:cubicBezTo>
                    <a:pt x="0" y="16325"/>
                    <a:pt x="2341" y="10674"/>
                    <a:pt x="6507" y="6507"/>
                  </a:cubicBezTo>
                  <a:cubicBezTo>
                    <a:pt x="10674" y="2341"/>
                    <a:pt x="16325" y="0"/>
                    <a:pt x="22217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560213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-Selecciona una opción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-16329" t="-35233" r="-8141" b="-51472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7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64240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-626403" y="1887005"/>
            <a:ext cx="226222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9050" y="1887046"/>
            <a:ext cx="19050" cy="179690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366383" y="3384636"/>
            <a:ext cx="6597553" cy="659755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0" t="-7971" r="0" b="-797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ASAE</a:t>
            </a: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54120" y="3923300"/>
            <a:ext cx="5479316" cy="5316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Folio: NJEFNWEJ332983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Fecha de emisión: 2026-01-20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Nombre: -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Sexo = hembra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Raza = Golden Retriever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Pelaje = pelo liso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Color de ojos = cafés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Color = Dorado claro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Tamaño = G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Peso = 30 kg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Señas particulares = Orejas caídas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Collar = No</a:t>
            </a:r>
          </a:p>
          <a:p>
            <a:pPr algn="l">
              <a:lnSpc>
                <a:spcPts val="3048"/>
              </a:lnSpc>
              <a:spcBef>
                <a:spcPct val="0"/>
              </a:spcBef>
            </a:pPr>
            <a:r>
              <a:rPr lang="en-US" sz="21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Lugar donde se encontró: Parque de los venados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46572" y="1818146"/>
            <a:ext cx="5463751" cy="156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AutoShape 20" id="20"/>
          <p:cNvSpPr/>
          <p:nvPr/>
        </p:nvSpPr>
        <p:spPr>
          <a:xfrm flipH="true">
            <a:off x="12733435" y="1887066"/>
            <a:ext cx="19050" cy="179690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366383" y="2175160"/>
            <a:ext cx="1614781" cy="940371"/>
            <a:chOff x="0" y="0"/>
            <a:chExt cx="1395719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95719" cy="812800"/>
            </a:xfrm>
            <a:custGeom>
              <a:avLst/>
              <a:gdLst/>
              <a:ahLst/>
              <a:cxnLst/>
              <a:rect r="r" b="b" t="t" l="l"/>
              <a:pathLst>
                <a:path h="812800" w="1395719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395719" y="203200"/>
                  </a:lnTo>
                  <a:lnTo>
                    <a:pt x="1395719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01600" y="165100"/>
              <a:ext cx="129411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Regresar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2733435" y="9487229"/>
            <a:ext cx="226222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2936561" y="9658973"/>
            <a:ext cx="143619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COMENTAR: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553727" y="9658973"/>
            <a:ext cx="232631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ACA9A6"/>
                </a:solidFill>
                <a:latin typeface="Open Sans"/>
                <a:ea typeface="Open Sans"/>
                <a:cs typeface="Open Sans"/>
                <a:sym typeface="Open Sans"/>
              </a:rPr>
              <a:t>(Max 120 caracteres)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076335" y="2096555"/>
            <a:ext cx="848485" cy="84848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076335" y="3679715"/>
            <a:ext cx="848485" cy="84848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076335" y="5262875"/>
            <a:ext cx="848485" cy="848485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4065233" y="2506458"/>
            <a:ext cx="176496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COMENTARIO 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065233" y="4065858"/>
            <a:ext cx="176496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COMENTARIO 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065233" y="5649017"/>
            <a:ext cx="176496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COMENTARIO 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65233" y="5363902"/>
            <a:ext cx="117736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ANONIMO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065233" y="3780743"/>
            <a:ext cx="117736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ANONIMO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065233" y="2221343"/>
            <a:ext cx="117736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ANONIMO</a:t>
            </a:r>
          </a:p>
        </p:txBody>
      </p:sp>
      <p:grpSp>
        <p:nvGrpSpPr>
          <p:cNvPr name="Group 39" id="39"/>
          <p:cNvGrpSpPr/>
          <p:nvPr/>
        </p:nvGrpSpPr>
        <p:grpSpPr>
          <a:xfrm rot="-5400000">
            <a:off x="10781290" y="2191978"/>
            <a:ext cx="705609" cy="569782"/>
            <a:chOff x="0" y="0"/>
            <a:chExt cx="812800" cy="65633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656338"/>
            </a:xfrm>
            <a:custGeom>
              <a:avLst/>
              <a:gdLst/>
              <a:ahLst/>
              <a:cxnLst/>
              <a:rect r="r" b="b" t="t" l="l"/>
              <a:pathLst>
                <a:path h="656338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328169"/>
                  </a:lnTo>
                  <a:lnTo>
                    <a:pt x="609600" y="656338"/>
                  </a:lnTo>
                  <a:lnTo>
                    <a:pt x="0" y="656338"/>
                  </a:lnTo>
                  <a:lnTo>
                    <a:pt x="203200" y="328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558800" cy="694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0647460" y="2992666"/>
            <a:ext cx="194653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Guardar Mascota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-16329" t="-35233" r="-8141" b="-51472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7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402738" y="1430936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056196" y="2316509"/>
            <a:ext cx="2852640" cy="285264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86857" y="2316509"/>
            <a:ext cx="2852640" cy="285264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33333" t="0" r="-3333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35907" y="2316509"/>
            <a:ext cx="2852640" cy="28526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0" t="-12015" r="0" b="-1201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323749" y="2316509"/>
            <a:ext cx="2852640" cy="285264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0" t="-25046" r="0" b="-2504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056196" y="7606989"/>
            <a:ext cx="2852640" cy="285264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-49685" t="0" r="-49685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435907" y="7651275"/>
            <a:ext cx="2852640" cy="285264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-14583" t="0" r="-14583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30994" y="7651275"/>
            <a:ext cx="2852640" cy="285264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0"/>
              <a:stretch>
                <a:fillRect l="-12500" t="0" r="-1250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207180" y="7606989"/>
            <a:ext cx="2852640" cy="285264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960316" y="6177272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43305" y="6177272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23749" y="6177272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AutoShape 26" id="26"/>
          <p:cNvSpPr/>
          <p:nvPr/>
        </p:nvSpPr>
        <p:spPr>
          <a:xfrm flipV="true">
            <a:off x="2593673" y="6092439"/>
            <a:ext cx="15004310" cy="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2593144" y="1680971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 flipV="true">
            <a:off x="6289837" y="1680968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2675141" y="6177272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AutoShape 30" id="30"/>
          <p:cNvSpPr/>
          <p:nvPr/>
        </p:nvSpPr>
        <p:spPr>
          <a:xfrm flipH="true" flipV="true">
            <a:off x="9987173" y="1680966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H="true" flipV="true">
            <a:off x="13668488" y="1707589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7597454" y="1680964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3360300" y="1642871"/>
            <a:ext cx="220617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PLOKM22290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820473" y="803264"/>
            <a:ext cx="18546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ANÓNIMO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06054" y="1107721"/>
            <a:ext cx="18546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INICIAR SESIÓN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13967" y="524821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MAX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705105" y="527392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OIKOS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435907" y="527392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CALADRY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279148" y="524821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CALAMINA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138621" y="7070731"/>
            <a:ext cx="202243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JUIOP34567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444533" y="7047135"/>
            <a:ext cx="19949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KIOPJ49345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677150" y="7047135"/>
            <a:ext cx="237015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HUWQW91002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508022" y="7070731"/>
            <a:ext cx="225095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AAOOQ12312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101164" y="1669489"/>
            <a:ext cx="21965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ASDHU34898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780945" y="1669489"/>
            <a:ext cx="213514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KIHNH49593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673365" y="1642871"/>
            <a:ext cx="215340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LLOOP33442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13"/>
              <a:stretch>
                <a:fillRect l="-18728" t="-39491" r="-12496" b="-57345"/>
              </a:stretch>
            </a:blipFill>
          </p:spPr>
        </p:sp>
      </p:grpSp>
      <p:sp>
        <p:nvSpPr>
          <p:cNvPr name="Freeform 54" id="54"/>
          <p:cNvSpPr/>
          <p:nvPr/>
        </p:nvSpPr>
        <p:spPr>
          <a:xfrm flipH="false" flipV="false" rot="0">
            <a:off x="2316106" y="679250"/>
            <a:ext cx="17194861" cy="11662838"/>
          </a:xfrm>
          <a:custGeom>
            <a:avLst/>
            <a:gdLst/>
            <a:ahLst/>
            <a:cxnLst/>
            <a:rect r="r" b="b" t="t" l="l"/>
            <a:pathLst>
              <a:path h="11662838" w="17194861">
                <a:moveTo>
                  <a:pt x="0" y="0"/>
                </a:moveTo>
                <a:lnTo>
                  <a:pt x="17194861" y="0"/>
                </a:lnTo>
                <a:lnTo>
                  <a:pt x="17194861" y="11662838"/>
                </a:lnTo>
                <a:lnTo>
                  <a:pt x="0" y="11662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6000"/>
            </a:blip>
            <a:stretch>
              <a:fillRect l="-20582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-299973" y="753853"/>
            <a:ext cx="3654684" cy="10109787"/>
            <a:chOff x="0" y="0"/>
            <a:chExt cx="962551" cy="26626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62551" cy="2662660"/>
            </a:xfrm>
            <a:custGeom>
              <a:avLst/>
              <a:gdLst/>
              <a:ahLst/>
              <a:cxnLst/>
              <a:rect r="r" b="b" t="t" l="l"/>
              <a:pathLst>
                <a:path h="2662660" w="962551">
                  <a:moveTo>
                    <a:pt x="0" y="0"/>
                  </a:moveTo>
                  <a:lnTo>
                    <a:pt x="962551" y="0"/>
                  </a:lnTo>
                  <a:lnTo>
                    <a:pt x="962551" y="2662660"/>
                  </a:lnTo>
                  <a:lnTo>
                    <a:pt x="0" y="26626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62551" cy="2700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5918" y="906825"/>
            <a:ext cx="848485" cy="848485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20473" y="90802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ASAEL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54596" y="2832443"/>
            <a:ext cx="294765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Reportar mascota sin RUAC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54596" y="4288552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Mac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otas Guardadas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28700" y="1292967"/>
            <a:ext cx="1854668" cy="33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Editar perfil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54596" y="3746262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Reportes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54596" y="6284382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Reportar errores técnicos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54596" y="4811792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 todos lo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boletines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54596" y="6921929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Cerrar sesión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16739" y="5354082"/>
            <a:ext cx="294765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8B6FF"/>
                </a:solidFill>
                <a:latin typeface="Open Sans"/>
                <a:ea typeface="Open Sans"/>
                <a:cs typeface="Open Sans"/>
                <a:sym typeface="Open Sans"/>
              </a:rPr>
              <a:t>Buscar mascotas perdida</a:t>
            </a:r>
            <a:r>
              <a:rPr lang="en-US" sz="1899">
                <a:solidFill>
                  <a:srgbClr val="38B6FF"/>
                </a:solidFill>
                <a:latin typeface="Open Sans"/>
                <a:ea typeface="Open Sans"/>
                <a:cs typeface="Open Sans"/>
                <a:sym typeface="Open Sans"/>
              </a:rPr>
              <a:t>s por No. de RUAC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54596" y="2194903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RESCATADOR/ALBERGUE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3"/>
              <a:stretch>
                <a:fillRect l="-16329" t="-35233" r="-8141" b="-51472"/>
              </a:stretch>
            </a:blipFill>
          </p:spPr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64240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-893522" y="2462014"/>
            <a:ext cx="226222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559694" y="2442964"/>
            <a:ext cx="19050" cy="179690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93223" y="2003047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Reportar errores técnicos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900272" y="4437826"/>
            <a:ext cx="3658359" cy="467944"/>
            <a:chOff x="0" y="0"/>
            <a:chExt cx="963518" cy="1232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3518" cy="123245"/>
            </a:xfrm>
            <a:custGeom>
              <a:avLst/>
              <a:gdLst/>
              <a:ahLst/>
              <a:cxnLst/>
              <a:rect r="r" b="b" t="t" l="l"/>
              <a:pathLst>
                <a:path h="123245" w="963518">
                  <a:moveTo>
                    <a:pt x="35976" y="0"/>
                  </a:moveTo>
                  <a:lnTo>
                    <a:pt x="927543" y="0"/>
                  </a:lnTo>
                  <a:cubicBezTo>
                    <a:pt x="947411" y="0"/>
                    <a:pt x="963518" y="16107"/>
                    <a:pt x="963518" y="35976"/>
                  </a:cubicBezTo>
                  <a:lnTo>
                    <a:pt x="963518" y="87269"/>
                  </a:lnTo>
                  <a:cubicBezTo>
                    <a:pt x="963518" y="107138"/>
                    <a:pt x="947411" y="123245"/>
                    <a:pt x="927543" y="123245"/>
                  </a:cubicBezTo>
                  <a:lnTo>
                    <a:pt x="35976" y="123245"/>
                  </a:lnTo>
                  <a:cubicBezTo>
                    <a:pt x="16107" y="123245"/>
                    <a:pt x="0" y="107138"/>
                    <a:pt x="0" y="87269"/>
                  </a:cubicBezTo>
                  <a:lnTo>
                    <a:pt x="0" y="35976"/>
                  </a:lnTo>
                  <a:cubicBezTo>
                    <a:pt x="0" y="16107"/>
                    <a:pt x="16107" y="0"/>
                    <a:pt x="35976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63518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Enviar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ASAE</a:t>
            </a: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00272" y="2928739"/>
            <a:ext cx="8310562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Escribir y redactar error técnico: (Max 30 caracteres)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900272" y="3507859"/>
            <a:ext cx="5887355" cy="425141"/>
            <a:chOff x="0" y="0"/>
            <a:chExt cx="1550579" cy="1119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50579" cy="111971"/>
            </a:xfrm>
            <a:custGeom>
              <a:avLst/>
              <a:gdLst/>
              <a:ahLst/>
              <a:cxnLst/>
              <a:rect r="r" b="b" t="t" l="l"/>
              <a:pathLst>
                <a:path h="111971" w="1550579">
                  <a:moveTo>
                    <a:pt x="22355" y="0"/>
                  </a:moveTo>
                  <a:lnTo>
                    <a:pt x="1528224" y="0"/>
                  </a:lnTo>
                  <a:cubicBezTo>
                    <a:pt x="1534153" y="0"/>
                    <a:pt x="1539839" y="2355"/>
                    <a:pt x="1544031" y="6548"/>
                  </a:cubicBezTo>
                  <a:cubicBezTo>
                    <a:pt x="1548224" y="10740"/>
                    <a:pt x="1550579" y="16426"/>
                    <a:pt x="1550579" y="22355"/>
                  </a:cubicBezTo>
                  <a:lnTo>
                    <a:pt x="1550579" y="89616"/>
                  </a:lnTo>
                  <a:cubicBezTo>
                    <a:pt x="1550579" y="95545"/>
                    <a:pt x="1548224" y="101231"/>
                    <a:pt x="1544031" y="105424"/>
                  </a:cubicBezTo>
                  <a:cubicBezTo>
                    <a:pt x="1539839" y="109616"/>
                    <a:pt x="1534153" y="111971"/>
                    <a:pt x="1528224" y="111971"/>
                  </a:cubicBezTo>
                  <a:lnTo>
                    <a:pt x="22355" y="111971"/>
                  </a:lnTo>
                  <a:cubicBezTo>
                    <a:pt x="16426" y="111971"/>
                    <a:pt x="10740" y="109616"/>
                    <a:pt x="6548" y="105424"/>
                  </a:cubicBezTo>
                  <a:cubicBezTo>
                    <a:pt x="2355" y="101231"/>
                    <a:pt x="0" y="95545"/>
                    <a:pt x="0" y="89616"/>
                  </a:cubicBezTo>
                  <a:lnTo>
                    <a:pt x="0" y="22355"/>
                  </a:lnTo>
                  <a:cubicBezTo>
                    <a:pt x="0" y="16426"/>
                    <a:pt x="2355" y="10740"/>
                    <a:pt x="6548" y="6548"/>
                  </a:cubicBezTo>
                  <a:cubicBezTo>
                    <a:pt x="10740" y="2355"/>
                    <a:pt x="16426" y="0"/>
                    <a:pt x="22355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550579" cy="150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16329" t="-35233" r="-8141" b="-51472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5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64240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-893522" y="2462014"/>
            <a:ext cx="226222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559694" y="2442964"/>
            <a:ext cx="19050" cy="179690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93223" y="2003047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Reportar errores técnicos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900272" y="4337754"/>
            <a:ext cx="3658359" cy="467944"/>
            <a:chOff x="0" y="0"/>
            <a:chExt cx="963518" cy="1232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3518" cy="123245"/>
            </a:xfrm>
            <a:custGeom>
              <a:avLst/>
              <a:gdLst/>
              <a:ahLst/>
              <a:cxnLst/>
              <a:rect r="r" b="b" t="t" l="l"/>
              <a:pathLst>
                <a:path h="123245" w="963518">
                  <a:moveTo>
                    <a:pt x="35976" y="0"/>
                  </a:moveTo>
                  <a:lnTo>
                    <a:pt x="927543" y="0"/>
                  </a:lnTo>
                  <a:cubicBezTo>
                    <a:pt x="947411" y="0"/>
                    <a:pt x="963518" y="16107"/>
                    <a:pt x="963518" y="35976"/>
                  </a:cubicBezTo>
                  <a:lnTo>
                    <a:pt x="963518" y="87269"/>
                  </a:lnTo>
                  <a:cubicBezTo>
                    <a:pt x="963518" y="107138"/>
                    <a:pt x="947411" y="123245"/>
                    <a:pt x="927543" y="123245"/>
                  </a:cubicBezTo>
                  <a:lnTo>
                    <a:pt x="35976" y="123245"/>
                  </a:lnTo>
                  <a:cubicBezTo>
                    <a:pt x="16107" y="123245"/>
                    <a:pt x="0" y="107138"/>
                    <a:pt x="0" y="87269"/>
                  </a:cubicBezTo>
                  <a:lnTo>
                    <a:pt x="0" y="35976"/>
                  </a:lnTo>
                  <a:cubicBezTo>
                    <a:pt x="0" y="16107"/>
                    <a:pt x="16107" y="0"/>
                    <a:pt x="35976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63518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Enviar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ASAE</a:t>
            </a: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00272" y="2928739"/>
            <a:ext cx="3381645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¿Qué error presenta?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900272" y="3507859"/>
            <a:ext cx="5923934" cy="467944"/>
            <a:chOff x="0" y="0"/>
            <a:chExt cx="1560213" cy="1232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60213" cy="123245"/>
            </a:xfrm>
            <a:custGeom>
              <a:avLst/>
              <a:gdLst/>
              <a:ahLst/>
              <a:cxnLst/>
              <a:rect r="r" b="b" t="t" l="l"/>
              <a:pathLst>
                <a:path h="123245" w="1560213">
                  <a:moveTo>
                    <a:pt x="22217" y="0"/>
                  </a:moveTo>
                  <a:lnTo>
                    <a:pt x="1537996" y="0"/>
                  </a:lnTo>
                  <a:cubicBezTo>
                    <a:pt x="1543888" y="0"/>
                    <a:pt x="1549539" y="2341"/>
                    <a:pt x="1553706" y="6507"/>
                  </a:cubicBezTo>
                  <a:cubicBezTo>
                    <a:pt x="1557872" y="10674"/>
                    <a:pt x="1560213" y="16325"/>
                    <a:pt x="1560213" y="22217"/>
                  </a:cubicBezTo>
                  <a:lnTo>
                    <a:pt x="1560213" y="101027"/>
                  </a:lnTo>
                  <a:cubicBezTo>
                    <a:pt x="1560213" y="106920"/>
                    <a:pt x="1557872" y="112571"/>
                    <a:pt x="1553706" y="116737"/>
                  </a:cubicBezTo>
                  <a:cubicBezTo>
                    <a:pt x="1549539" y="120904"/>
                    <a:pt x="1543888" y="123245"/>
                    <a:pt x="1537996" y="123245"/>
                  </a:cubicBezTo>
                  <a:lnTo>
                    <a:pt x="22217" y="123245"/>
                  </a:lnTo>
                  <a:cubicBezTo>
                    <a:pt x="16325" y="123245"/>
                    <a:pt x="10674" y="120904"/>
                    <a:pt x="6507" y="116737"/>
                  </a:cubicBezTo>
                  <a:cubicBezTo>
                    <a:pt x="2341" y="112571"/>
                    <a:pt x="0" y="106920"/>
                    <a:pt x="0" y="101027"/>
                  </a:cubicBezTo>
                  <a:lnTo>
                    <a:pt x="0" y="22217"/>
                  </a:lnTo>
                  <a:cubicBezTo>
                    <a:pt x="0" y="16325"/>
                    <a:pt x="2341" y="10674"/>
                    <a:pt x="6507" y="6507"/>
                  </a:cubicBezTo>
                  <a:cubicBezTo>
                    <a:pt x="10674" y="2341"/>
                    <a:pt x="16325" y="0"/>
                    <a:pt x="22217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560213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-Selecciona una opción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16329" t="-35233" r="-8141" b="-51472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5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402738" y="1430936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056196" y="2316509"/>
            <a:ext cx="2852640" cy="285264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86857" y="2316509"/>
            <a:ext cx="2852640" cy="285264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33333" t="0" r="-3333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35907" y="2316509"/>
            <a:ext cx="2852640" cy="28526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0" t="-12015" r="0" b="-1201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323749" y="2316509"/>
            <a:ext cx="2852640" cy="285264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0" t="-25046" r="0" b="-2504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056196" y="7606989"/>
            <a:ext cx="2852640" cy="285264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-49685" t="0" r="-49685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435907" y="7651275"/>
            <a:ext cx="2852640" cy="285264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-14583" t="0" r="-14583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30994" y="7651275"/>
            <a:ext cx="2852640" cy="285264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0"/>
              <a:stretch>
                <a:fillRect l="-12500" t="0" r="-1250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207180" y="7606989"/>
            <a:ext cx="2852640" cy="285264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960316" y="6177272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43305" y="6177272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23749" y="6177272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AutoShape 26" id="26"/>
          <p:cNvSpPr/>
          <p:nvPr/>
        </p:nvSpPr>
        <p:spPr>
          <a:xfrm flipV="true">
            <a:off x="2593673" y="6092439"/>
            <a:ext cx="15004310" cy="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2593144" y="1680971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 flipV="true">
            <a:off x="6289837" y="1680968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2675141" y="6177272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AutoShape 30" id="30"/>
          <p:cNvSpPr/>
          <p:nvPr/>
        </p:nvSpPr>
        <p:spPr>
          <a:xfrm flipH="true" flipV="true">
            <a:off x="9987173" y="1680966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H="true" flipV="true">
            <a:off x="13668488" y="1707589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7597454" y="1680964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3360300" y="1642871"/>
            <a:ext cx="220617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PLOKM22290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820473" y="803264"/>
            <a:ext cx="18546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ANÓNIMO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06054" y="1107721"/>
            <a:ext cx="18546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INICIAR SESIÓN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13967" y="524821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MAX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705105" y="527392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OIKOS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435907" y="527392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CALADRY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279148" y="524821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CALAMINA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138621" y="7070731"/>
            <a:ext cx="202243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JUIOP34567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444533" y="7047135"/>
            <a:ext cx="19949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KIOPJ49345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677150" y="7047135"/>
            <a:ext cx="237015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HUWQW91002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508022" y="7070731"/>
            <a:ext cx="225095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AAOOQ12312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101164" y="1669489"/>
            <a:ext cx="21965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ASDHU34898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780945" y="1669489"/>
            <a:ext cx="213514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KIHNH49593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673365" y="1642871"/>
            <a:ext cx="215340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LLOOP33442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13"/>
              <a:stretch>
                <a:fillRect l="-18728" t="-39491" r="-12496" b="-57345"/>
              </a:stretch>
            </a:blipFill>
          </p:spPr>
        </p:sp>
      </p:grpSp>
      <p:sp>
        <p:nvSpPr>
          <p:cNvPr name="Freeform 54" id="54"/>
          <p:cNvSpPr/>
          <p:nvPr/>
        </p:nvSpPr>
        <p:spPr>
          <a:xfrm flipH="false" flipV="false" rot="0">
            <a:off x="2316106" y="679250"/>
            <a:ext cx="17194861" cy="11662838"/>
          </a:xfrm>
          <a:custGeom>
            <a:avLst/>
            <a:gdLst/>
            <a:ahLst/>
            <a:cxnLst/>
            <a:rect r="r" b="b" t="t" l="l"/>
            <a:pathLst>
              <a:path h="11662838" w="17194861">
                <a:moveTo>
                  <a:pt x="0" y="0"/>
                </a:moveTo>
                <a:lnTo>
                  <a:pt x="17194861" y="0"/>
                </a:lnTo>
                <a:lnTo>
                  <a:pt x="17194861" y="11662838"/>
                </a:lnTo>
                <a:lnTo>
                  <a:pt x="0" y="11662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6000"/>
            </a:blip>
            <a:stretch>
              <a:fillRect l="-20582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-299973" y="753853"/>
            <a:ext cx="3654684" cy="10109787"/>
            <a:chOff x="0" y="0"/>
            <a:chExt cx="962551" cy="26626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62551" cy="2662660"/>
            </a:xfrm>
            <a:custGeom>
              <a:avLst/>
              <a:gdLst/>
              <a:ahLst/>
              <a:cxnLst/>
              <a:rect r="r" b="b" t="t" l="l"/>
              <a:pathLst>
                <a:path h="2662660" w="962551">
                  <a:moveTo>
                    <a:pt x="0" y="0"/>
                  </a:moveTo>
                  <a:lnTo>
                    <a:pt x="962551" y="0"/>
                  </a:lnTo>
                  <a:lnTo>
                    <a:pt x="962551" y="2662660"/>
                  </a:lnTo>
                  <a:lnTo>
                    <a:pt x="0" y="26626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62551" cy="2700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5918" y="906825"/>
            <a:ext cx="848485" cy="848485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20473" y="90802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ASAEL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54596" y="2832443"/>
            <a:ext cx="294765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Reportar mascota sin RUAC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54596" y="4288552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Mac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otas Guardadas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28700" y="1292967"/>
            <a:ext cx="1854668" cy="33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Editar perfil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54596" y="3746262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Reportes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54596" y="6284382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8B6FF"/>
                </a:solidFill>
                <a:latin typeface="Open Sans"/>
                <a:ea typeface="Open Sans"/>
                <a:cs typeface="Open Sans"/>
                <a:sym typeface="Open Sans"/>
              </a:rPr>
              <a:t>Reportar errores técnicos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54596" y="4811792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 todos lo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boletines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54596" y="6921929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Cerrar sesión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16739" y="5354082"/>
            <a:ext cx="294765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Buscar mascotas perdida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por No. de RUAC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54596" y="2194903"/>
            <a:ext cx="29476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RESCATADOR/ALBERGUE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3"/>
              <a:stretch>
                <a:fillRect l="-16329" t="-35233" r="-8141" b="-51472"/>
              </a:stretch>
            </a:blipFill>
          </p:spPr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45499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056196" y="5164484"/>
            <a:ext cx="2852640" cy="285264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86857" y="5164484"/>
            <a:ext cx="2852640" cy="285264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33333" t="0" r="-3333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35907" y="5164484"/>
            <a:ext cx="2852640" cy="28526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0" t="-12015" r="0" b="-1201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323749" y="5164484"/>
            <a:ext cx="2852640" cy="285264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0" t="-25046" r="0" b="-25046"/>
              </a:stretch>
            </a:blipFill>
          </p:spPr>
        </p:sp>
      </p:grpSp>
      <p:sp>
        <p:nvSpPr>
          <p:cNvPr name="AutoShape 15" id="15"/>
          <p:cNvSpPr/>
          <p:nvPr/>
        </p:nvSpPr>
        <p:spPr>
          <a:xfrm flipV="true">
            <a:off x="2593673" y="8940414"/>
            <a:ext cx="15004310" cy="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H="true" flipV="true">
            <a:off x="2593144" y="1680971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 flipV="true">
            <a:off x="6223474" y="3597540"/>
            <a:ext cx="67422" cy="97543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 flipV="true">
            <a:off x="9966046" y="3597536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H="true" flipV="true">
            <a:off x="13696413" y="3605649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H="true" flipV="true">
            <a:off x="17597454" y="1680964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AutoShape 26" id="26"/>
          <p:cNvSpPr/>
          <p:nvPr/>
        </p:nvSpPr>
        <p:spPr>
          <a:xfrm flipV="true">
            <a:off x="2541150" y="3597533"/>
            <a:ext cx="15004310" cy="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5402044" y="2617168"/>
            <a:ext cx="9130123" cy="637465"/>
            <a:chOff x="0" y="0"/>
            <a:chExt cx="2404641" cy="1678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04641" cy="167892"/>
            </a:xfrm>
            <a:custGeom>
              <a:avLst/>
              <a:gdLst/>
              <a:ahLst/>
              <a:cxnLst/>
              <a:rect r="r" b="b" t="t" l="l"/>
              <a:pathLst>
                <a:path h="167892" w="2404641">
                  <a:moveTo>
                    <a:pt x="14415" y="0"/>
                  </a:moveTo>
                  <a:lnTo>
                    <a:pt x="2390226" y="0"/>
                  </a:lnTo>
                  <a:cubicBezTo>
                    <a:pt x="2398188" y="0"/>
                    <a:pt x="2404641" y="6454"/>
                    <a:pt x="2404641" y="14415"/>
                  </a:cubicBezTo>
                  <a:lnTo>
                    <a:pt x="2404641" y="153477"/>
                  </a:lnTo>
                  <a:cubicBezTo>
                    <a:pt x="2404641" y="161438"/>
                    <a:pt x="2398188" y="167892"/>
                    <a:pt x="2390226" y="167892"/>
                  </a:cubicBezTo>
                  <a:lnTo>
                    <a:pt x="14415" y="167892"/>
                  </a:lnTo>
                  <a:cubicBezTo>
                    <a:pt x="10592" y="167892"/>
                    <a:pt x="6925" y="166373"/>
                    <a:pt x="4222" y="163670"/>
                  </a:cubicBezTo>
                  <a:cubicBezTo>
                    <a:pt x="1519" y="160967"/>
                    <a:pt x="0" y="157300"/>
                    <a:pt x="0" y="153477"/>
                  </a:cubicBezTo>
                  <a:lnTo>
                    <a:pt x="0" y="14415"/>
                  </a:lnTo>
                  <a:cubicBezTo>
                    <a:pt x="0" y="6454"/>
                    <a:pt x="6454" y="0"/>
                    <a:pt x="14415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404641" cy="205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5542740" y="2690029"/>
            <a:ext cx="491744" cy="491744"/>
          </a:xfrm>
          <a:custGeom>
            <a:avLst/>
            <a:gdLst/>
            <a:ahLst/>
            <a:cxnLst/>
            <a:rect r="r" b="b" t="t" l="l"/>
            <a:pathLst>
              <a:path h="491744" w="491744">
                <a:moveTo>
                  <a:pt x="0" y="0"/>
                </a:moveTo>
                <a:lnTo>
                  <a:pt x="491744" y="0"/>
                </a:lnTo>
                <a:lnTo>
                  <a:pt x="491744" y="491744"/>
                </a:lnTo>
                <a:lnTo>
                  <a:pt x="0" y="4917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960316" y="9025247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43305" y="9025247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323749" y="9025247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675141" y="9025247"/>
            <a:ext cx="3548333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ENCONTRADO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360300" y="4490846"/>
            <a:ext cx="220617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PLOKM22290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013967" y="809619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MAX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705105" y="812189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OIKOS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435907" y="8121899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CALADRY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279148" y="809619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CALAMINA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138621" y="9918706"/>
            <a:ext cx="202243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JUIOP34567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444533" y="9895110"/>
            <a:ext cx="19949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KIOPJ49345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677150" y="9895110"/>
            <a:ext cx="237015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HUWQW91002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508022" y="9918706"/>
            <a:ext cx="225095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AAOOQ12312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101164" y="4517464"/>
            <a:ext cx="21965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ASDHU34898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780945" y="4517464"/>
            <a:ext cx="213514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KIHNH49593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673365" y="4490846"/>
            <a:ext cx="215340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LLOOP33442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ASAE</a:t>
            </a: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360300" y="3711840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942068" y="3738459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780945" y="3738459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618589" y="3740415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034484" y="1754636"/>
            <a:ext cx="8017641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BUSCAR POR RUAC O POR FOLIO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1"/>
              <a:stretch>
                <a:fillRect l="-16329" t="-35233" r="-8141" b="-51472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11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45499" y="753853"/>
            <a:ext cx="19980840" cy="9629577"/>
            <a:chOff x="0" y="0"/>
            <a:chExt cx="5262443" cy="2536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2444" cy="2536185"/>
            </a:xfrm>
            <a:custGeom>
              <a:avLst/>
              <a:gdLst/>
              <a:ahLst/>
              <a:cxnLst/>
              <a:rect r="r" b="b" t="t" l="l"/>
              <a:pathLst>
                <a:path h="2536185" w="5262444">
                  <a:moveTo>
                    <a:pt x="0" y="0"/>
                  </a:moveTo>
                  <a:lnTo>
                    <a:pt x="5262444" y="0"/>
                  </a:lnTo>
                  <a:lnTo>
                    <a:pt x="5262444" y="2536185"/>
                  </a:lnTo>
                  <a:lnTo>
                    <a:pt x="0" y="2536185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2443" cy="257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836" y="63335"/>
            <a:ext cx="1588436" cy="223539"/>
          </a:xfrm>
          <a:custGeom>
            <a:avLst/>
            <a:gdLst/>
            <a:ahLst/>
            <a:cxnLst/>
            <a:rect r="r" b="b" t="t" l="l"/>
            <a:pathLst>
              <a:path h="223539" w="1588436">
                <a:moveTo>
                  <a:pt x="0" y="0"/>
                </a:moveTo>
                <a:lnTo>
                  <a:pt x="1588436" y="0"/>
                </a:lnTo>
                <a:lnTo>
                  <a:pt x="1588436" y="223539"/>
                </a:lnTo>
                <a:lnTo>
                  <a:pt x="0" y="22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488" r="0" b="-52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056196" y="5164484"/>
            <a:ext cx="2852640" cy="285264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0" t="-8016" r="0" b="-8016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 flipV="true">
            <a:off x="2593673" y="8940414"/>
            <a:ext cx="3697223" cy="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2593144" y="1680971"/>
            <a:ext cx="530" cy="92284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 flipV="true">
            <a:off x="6290896" y="3597533"/>
            <a:ext cx="0" cy="534288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17597454" y="1680964"/>
            <a:ext cx="1060" cy="8822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-125106" y="753853"/>
            <a:ext cx="19976395" cy="927111"/>
            <a:chOff x="0" y="0"/>
            <a:chExt cx="5261273" cy="24417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61273" cy="244177"/>
            </a:xfrm>
            <a:custGeom>
              <a:avLst/>
              <a:gdLst/>
              <a:ahLst/>
              <a:cxnLst/>
              <a:rect r="r" b="b" t="t" l="l"/>
              <a:pathLst>
                <a:path h="244177" w="5261273">
                  <a:moveTo>
                    <a:pt x="0" y="0"/>
                  </a:moveTo>
                  <a:lnTo>
                    <a:pt x="5261273" y="0"/>
                  </a:lnTo>
                  <a:lnTo>
                    <a:pt x="5261273" y="244177"/>
                  </a:lnTo>
                  <a:lnTo>
                    <a:pt x="0" y="24417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261273" cy="282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5918" y="793166"/>
            <a:ext cx="848485" cy="84848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AutoShape 18" id="18"/>
          <p:cNvSpPr/>
          <p:nvPr/>
        </p:nvSpPr>
        <p:spPr>
          <a:xfrm flipV="true">
            <a:off x="2541150" y="3597533"/>
            <a:ext cx="15004310" cy="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5402044" y="2617168"/>
            <a:ext cx="9130123" cy="657544"/>
            <a:chOff x="0" y="0"/>
            <a:chExt cx="2404641" cy="1731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04641" cy="173180"/>
            </a:xfrm>
            <a:custGeom>
              <a:avLst/>
              <a:gdLst/>
              <a:ahLst/>
              <a:cxnLst/>
              <a:rect r="r" b="b" t="t" l="l"/>
              <a:pathLst>
                <a:path h="173180" w="2404641">
                  <a:moveTo>
                    <a:pt x="14415" y="0"/>
                  </a:moveTo>
                  <a:lnTo>
                    <a:pt x="2390226" y="0"/>
                  </a:lnTo>
                  <a:cubicBezTo>
                    <a:pt x="2398188" y="0"/>
                    <a:pt x="2404641" y="6454"/>
                    <a:pt x="2404641" y="14415"/>
                  </a:cubicBezTo>
                  <a:lnTo>
                    <a:pt x="2404641" y="158765"/>
                  </a:lnTo>
                  <a:cubicBezTo>
                    <a:pt x="2404641" y="166726"/>
                    <a:pt x="2398188" y="173180"/>
                    <a:pt x="2390226" y="173180"/>
                  </a:cubicBezTo>
                  <a:lnTo>
                    <a:pt x="14415" y="173180"/>
                  </a:lnTo>
                  <a:cubicBezTo>
                    <a:pt x="6454" y="173180"/>
                    <a:pt x="0" y="166726"/>
                    <a:pt x="0" y="158765"/>
                  </a:cubicBezTo>
                  <a:lnTo>
                    <a:pt x="0" y="14415"/>
                  </a:lnTo>
                  <a:cubicBezTo>
                    <a:pt x="0" y="6454"/>
                    <a:pt x="6454" y="0"/>
                    <a:pt x="14415" y="0"/>
                  </a:cubicBezTo>
                  <a:close/>
                </a:path>
              </a:pathLst>
            </a:custGeom>
            <a:solidFill>
              <a:srgbClr val="ACA9A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404641" cy="230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NJUDE83410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5542740" y="2690029"/>
            <a:ext cx="491744" cy="491744"/>
          </a:xfrm>
          <a:custGeom>
            <a:avLst/>
            <a:gdLst/>
            <a:ahLst/>
            <a:cxnLst/>
            <a:rect r="r" b="b" t="t" l="l"/>
            <a:pathLst>
              <a:path h="491744" w="491744">
                <a:moveTo>
                  <a:pt x="0" y="0"/>
                </a:moveTo>
                <a:lnTo>
                  <a:pt x="491744" y="0"/>
                </a:lnTo>
                <a:lnTo>
                  <a:pt x="491744" y="491744"/>
                </a:lnTo>
                <a:lnTo>
                  <a:pt x="0" y="4917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5918" y="73249"/>
            <a:ext cx="1900272" cy="1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sz="9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Dog Alert - Alerta Canina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406369" y="4490846"/>
            <a:ext cx="211403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RUAC NJUDE83410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13967" y="8096194"/>
            <a:ext cx="310441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Tryla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información, haga click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2938" y="941785"/>
            <a:ext cx="1854668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ASAE</a:t>
            </a:r>
            <a:r>
              <a:rPr lang="en-US" sz="2299">
                <a:solidFill>
                  <a:srgbClr val="FEFDFD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360300" y="3711840"/>
            <a:ext cx="2342219" cy="6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BUSCA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034484" y="1754636"/>
            <a:ext cx="8017641" cy="6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1"/>
              </a:lnSpc>
              <a:spcBef>
                <a:spcPct val="0"/>
              </a:spcBef>
            </a:pPr>
            <a:r>
              <a:rPr lang="en-US" b="true" sz="394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BUSCAR POR RUAC O POR FOLIO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6863" y="63335"/>
            <a:ext cx="257990" cy="25799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-16329" t="-35233" r="-8141" b="-51472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568912" y="801528"/>
            <a:ext cx="814655" cy="814655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8576" y="0"/>
                  </a:moveTo>
                  <a:lnTo>
                    <a:pt x="594224" y="0"/>
                  </a:lnTo>
                  <a:cubicBezTo>
                    <a:pt x="714940" y="0"/>
                    <a:pt x="812800" y="97860"/>
                    <a:pt x="812800" y="218576"/>
                  </a:cubicBezTo>
                  <a:lnTo>
                    <a:pt x="812800" y="594224"/>
                  </a:lnTo>
                  <a:cubicBezTo>
                    <a:pt x="812800" y="714940"/>
                    <a:pt x="714940" y="812800"/>
                    <a:pt x="594224" y="812800"/>
                  </a:cubicBezTo>
                  <a:lnTo>
                    <a:pt x="218576" y="812800"/>
                  </a:lnTo>
                  <a:cubicBezTo>
                    <a:pt x="97860" y="812800"/>
                    <a:pt x="0" y="714940"/>
                    <a:pt x="0" y="594224"/>
                  </a:cubicBezTo>
                  <a:lnTo>
                    <a:pt x="0" y="218576"/>
                  </a:lnTo>
                  <a:cubicBezTo>
                    <a:pt x="0" y="97860"/>
                    <a:pt x="97860" y="0"/>
                    <a:pt x="218576" y="0"/>
                  </a:cubicBezTo>
                  <a:close/>
                </a:path>
              </a:pathLst>
            </a:custGeom>
            <a:blipFill>
              <a:blip r:embed="rId8"/>
              <a:stretch>
                <a:fillRect l="-18728" t="-39491" r="-12496" b="-57345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DAHCZU-DE1I</dc:identifier>
  <dcterms:modified xsi:type="dcterms:W3CDTF">2011-08-01T06:04:30Z</dcterms:modified>
  <cp:revision>1</cp:revision>
  <dc:title>Dog Alert</dc:title>
</cp:coreProperties>
</file>